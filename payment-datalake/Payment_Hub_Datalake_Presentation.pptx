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8" y="3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12F8D-79A5-42AE-81FA-4696B7C01CE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38696B-0BA2-4D31-942D-9AC73329FF74}">
      <dgm:prSet/>
      <dgm:spPr/>
      <dgm:t>
        <a:bodyPr/>
        <a:lstStyle/>
        <a:p>
          <a:r>
            <a:rPr lang="en-US"/>
            <a:t>src/common/  — Shared, reusable across ANY dataset:</a:t>
          </a:r>
        </a:p>
      </dgm:t>
    </dgm:pt>
    <dgm:pt modelId="{FC955AF2-1AEF-49C3-8B61-095F3E19ABBA}" type="parTrans" cxnId="{9B25A569-72E4-4BEA-843B-2B50232BEC2A}">
      <dgm:prSet/>
      <dgm:spPr/>
      <dgm:t>
        <a:bodyPr/>
        <a:lstStyle/>
        <a:p>
          <a:endParaRPr lang="en-US"/>
        </a:p>
      </dgm:t>
    </dgm:pt>
    <dgm:pt modelId="{005F1A6E-6612-4985-BA1D-1E8D1C725E0B}" type="sibTrans" cxnId="{9B25A569-72E4-4BEA-843B-2B50232BEC2A}">
      <dgm:prSet/>
      <dgm:spPr/>
      <dgm:t>
        <a:bodyPr/>
        <a:lstStyle/>
        <a:p>
          <a:endParaRPr lang="en-US"/>
        </a:p>
      </dgm:t>
    </dgm:pt>
    <dgm:pt modelId="{E43261FF-5A8A-423A-927B-DCB2B8A2D5E3}">
      <dgm:prSet/>
      <dgm:spPr/>
      <dgm:t>
        <a:bodyPr/>
        <a:lstStyle/>
        <a:p>
          <a:r>
            <a:rPr lang="en-US"/>
            <a:t>• schema_validator.py   — works for payments AND merchants</a:t>
          </a:r>
        </a:p>
      </dgm:t>
    </dgm:pt>
    <dgm:pt modelId="{A96BAC49-5A39-471A-927A-3E0C5671C247}" type="parTrans" cxnId="{D76AB659-DB4F-4F65-A5AE-C1EFB3AC3B6B}">
      <dgm:prSet/>
      <dgm:spPr/>
      <dgm:t>
        <a:bodyPr/>
        <a:lstStyle/>
        <a:p>
          <a:endParaRPr lang="en-US"/>
        </a:p>
      </dgm:t>
    </dgm:pt>
    <dgm:pt modelId="{9841CEC3-F742-4DF0-8A46-2782F4DB3C1E}" type="sibTrans" cxnId="{D76AB659-DB4F-4F65-A5AE-C1EFB3AC3B6B}">
      <dgm:prSet/>
      <dgm:spPr/>
      <dgm:t>
        <a:bodyPr/>
        <a:lstStyle/>
        <a:p>
          <a:endParaRPr lang="en-US"/>
        </a:p>
      </dgm:t>
    </dgm:pt>
    <dgm:pt modelId="{FD5D1593-8DE0-46F7-907B-386446DD7D6F}">
      <dgm:prSet/>
      <dgm:spPr/>
      <dgm:t>
        <a:bodyPr/>
        <a:lstStyle/>
        <a:p>
          <a:r>
            <a:rPr lang="en-US"/>
            <a:t>• metadata_enricher.py  — composable on any DataFrame</a:t>
          </a:r>
        </a:p>
      </dgm:t>
    </dgm:pt>
    <dgm:pt modelId="{E013A373-1C18-4C9D-973B-B75BA9F62A12}" type="parTrans" cxnId="{F0C331BB-7A45-4CE2-A451-DFBF48E592AA}">
      <dgm:prSet/>
      <dgm:spPr/>
      <dgm:t>
        <a:bodyPr/>
        <a:lstStyle/>
        <a:p>
          <a:endParaRPr lang="en-US"/>
        </a:p>
      </dgm:t>
    </dgm:pt>
    <dgm:pt modelId="{C531A42E-6D72-4C3F-A79D-6E199F0F2F38}" type="sibTrans" cxnId="{F0C331BB-7A45-4CE2-A451-DFBF48E592AA}">
      <dgm:prSet/>
      <dgm:spPr/>
      <dgm:t>
        <a:bodyPr/>
        <a:lstStyle/>
        <a:p>
          <a:endParaRPr lang="en-US"/>
        </a:p>
      </dgm:t>
    </dgm:pt>
    <dgm:pt modelId="{16A7726C-DA9E-4777-8CB7-E3D5EA62A5AA}">
      <dgm:prSet/>
      <dgm:spPr/>
      <dgm:t>
        <a:bodyPr/>
        <a:lstStyle/>
        <a:p>
          <a:r>
            <a:rPr lang="en-US"/>
            <a:t>• observability.py      — structured JSON run reports</a:t>
          </a:r>
        </a:p>
      </dgm:t>
    </dgm:pt>
    <dgm:pt modelId="{53D91AF1-1B5C-49BF-9C25-00CC9F2D8244}" type="parTrans" cxnId="{E7FCE0E9-3B47-464D-964A-865662B79312}">
      <dgm:prSet/>
      <dgm:spPr/>
      <dgm:t>
        <a:bodyPr/>
        <a:lstStyle/>
        <a:p>
          <a:endParaRPr lang="en-US"/>
        </a:p>
      </dgm:t>
    </dgm:pt>
    <dgm:pt modelId="{633904BC-02A1-4BC8-8218-2584FBAB8DE4}" type="sibTrans" cxnId="{E7FCE0E9-3B47-464D-964A-865662B79312}">
      <dgm:prSet/>
      <dgm:spPr/>
      <dgm:t>
        <a:bodyPr/>
        <a:lstStyle/>
        <a:p>
          <a:endParaRPr lang="en-US"/>
        </a:p>
      </dgm:t>
    </dgm:pt>
    <dgm:pt modelId="{3077E5B2-6DC5-4B33-962C-A80E53DB3204}">
      <dgm:prSet/>
      <dgm:spPr/>
      <dgm:t>
        <a:bodyPr/>
        <a:lstStyle/>
        <a:p>
          <a:r>
            <a:rPr lang="en-US"/>
            <a:t>• config_loader.py      — YAML-driven, zero hardcoding</a:t>
          </a:r>
        </a:p>
      </dgm:t>
    </dgm:pt>
    <dgm:pt modelId="{505D2464-9ACD-4D2C-B957-8213933F6D0A}" type="parTrans" cxnId="{1B265604-3980-49E4-BCB0-93C103D00E85}">
      <dgm:prSet/>
      <dgm:spPr/>
      <dgm:t>
        <a:bodyPr/>
        <a:lstStyle/>
        <a:p>
          <a:endParaRPr lang="en-US"/>
        </a:p>
      </dgm:t>
    </dgm:pt>
    <dgm:pt modelId="{DF3FF3DD-AB9C-488B-9013-DD404A25BEA2}" type="sibTrans" cxnId="{1B265604-3980-49E4-BCB0-93C103D00E85}">
      <dgm:prSet/>
      <dgm:spPr/>
      <dgm:t>
        <a:bodyPr/>
        <a:lstStyle/>
        <a:p>
          <a:endParaRPr lang="en-US"/>
        </a:p>
      </dgm:t>
    </dgm:pt>
    <dgm:pt modelId="{411594F2-2D29-4E09-A19A-028685FB9099}">
      <dgm:prSet/>
      <dgm:spPr/>
      <dgm:t>
        <a:bodyPr/>
        <a:lstStyle/>
        <a:p>
          <a:r>
            <a:rPr lang="en-US"/>
            <a:t>src/bronze/  — Ingestion logic separated from I/O:</a:t>
          </a:r>
        </a:p>
      </dgm:t>
    </dgm:pt>
    <dgm:pt modelId="{D38640E1-9257-4D31-A1C9-855D11A0DD77}" type="parTrans" cxnId="{28DE2817-D1D5-4727-B3BD-3D0C34BE737C}">
      <dgm:prSet/>
      <dgm:spPr/>
      <dgm:t>
        <a:bodyPr/>
        <a:lstStyle/>
        <a:p>
          <a:endParaRPr lang="en-US"/>
        </a:p>
      </dgm:t>
    </dgm:pt>
    <dgm:pt modelId="{B51EA77D-2DE3-48B3-99E2-75C478346F22}" type="sibTrans" cxnId="{28DE2817-D1D5-4727-B3BD-3D0C34BE737C}">
      <dgm:prSet/>
      <dgm:spPr/>
      <dgm:t>
        <a:bodyPr/>
        <a:lstStyle/>
        <a:p>
          <a:endParaRPr lang="en-US"/>
        </a:p>
      </dgm:t>
    </dgm:pt>
    <dgm:pt modelId="{CFF29DC1-1A93-4ABC-AD8F-21F7B8C9E1B8}">
      <dgm:prSet/>
      <dgm:spPr/>
      <dgm:t>
        <a:bodyPr/>
        <a:lstStyle/>
        <a:p>
          <a:r>
            <a:rPr lang="en-US"/>
            <a:t>• reader.py (I/O) vs ingestion.py (logic) vs deduplicator.py</a:t>
          </a:r>
        </a:p>
      </dgm:t>
    </dgm:pt>
    <dgm:pt modelId="{5E5943F3-E8FC-4D31-8993-74F49BEECB3E}" type="parTrans" cxnId="{27FE1919-A853-46BE-B4AF-E64B80312AC0}">
      <dgm:prSet/>
      <dgm:spPr/>
      <dgm:t>
        <a:bodyPr/>
        <a:lstStyle/>
        <a:p>
          <a:endParaRPr lang="en-US"/>
        </a:p>
      </dgm:t>
    </dgm:pt>
    <dgm:pt modelId="{66B1D671-3354-4A5D-AA78-55D77EDDAB8B}" type="sibTrans" cxnId="{27FE1919-A853-46BE-B4AF-E64B80312AC0}">
      <dgm:prSet/>
      <dgm:spPr/>
      <dgm:t>
        <a:bodyPr/>
        <a:lstStyle/>
        <a:p>
          <a:endParaRPr lang="en-US"/>
        </a:p>
      </dgm:t>
    </dgm:pt>
    <dgm:pt modelId="{58319DEA-F30D-49C3-BE95-BCBF9B66007F}">
      <dgm:prSet/>
      <dgm:spPr/>
      <dgm:t>
        <a:bodyPr/>
        <a:lstStyle/>
        <a:p>
          <a:r>
            <a:rPr lang="en-US"/>
            <a:t>src/gold/  — Readable SQL, reusable aggregations:</a:t>
          </a:r>
        </a:p>
      </dgm:t>
    </dgm:pt>
    <dgm:pt modelId="{03039176-72BD-4F65-BAD8-68D4C4D4A380}" type="parTrans" cxnId="{D6C1D3A7-3384-4E09-AB0F-1CEC1F4296E3}">
      <dgm:prSet/>
      <dgm:spPr/>
      <dgm:t>
        <a:bodyPr/>
        <a:lstStyle/>
        <a:p>
          <a:endParaRPr lang="en-US"/>
        </a:p>
      </dgm:t>
    </dgm:pt>
    <dgm:pt modelId="{6A920BF4-9C1E-49C7-B35A-B48FC06C68E9}" type="sibTrans" cxnId="{D6C1D3A7-3384-4E09-AB0F-1CEC1F4296E3}">
      <dgm:prSet/>
      <dgm:spPr/>
      <dgm:t>
        <a:bodyPr/>
        <a:lstStyle/>
        <a:p>
          <a:endParaRPr lang="en-US"/>
        </a:p>
      </dgm:t>
    </dgm:pt>
    <dgm:pt modelId="{22304957-F4A8-4B53-AFE5-7068A8869A40}">
      <dgm:prSet/>
      <dgm:spPr/>
      <dgm:t>
        <a:bodyPr/>
        <a:lstStyle/>
        <a:p>
          <a:r>
            <a:rPr lang="en-US"/>
            <a:t>• aggregations.py (parameterised window_days=N)</a:t>
          </a:r>
        </a:p>
      </dgm:t>
    </dgm:pt>
    <dgm:pt modelId="{F2D7599E-849B-494B-956B-F77F81AE5C72}" type="parTrans" cxnId="{BBC400E6-203C-4B77-A1FA-9998744D91E9}">
      <dgm:prSet/>
      <dgm:spPr/>
      <dgm:t>
        <a:bodyPr/>
        <a:lstStyle/>
        <a:p>
          <a:endParaRPr lang="en-US"/>
        </a:p>
      </dgm:t>
    </dgm:pt>
    <dgm:pt modelId="{F1413CA6-5DB3-4F64-9285-85C484D67D67}" type="sibTrans" cxnId="{BBC400E6-203C-4B77-A1FA-9998744D91E9}">
      <dgm:prSet/>
      <dgm:spPr/>
      <dgm:t>
        <a:bodyPr/>
        <a:lstStyle/>
        <a:p>
          <a:endParaRPr lang="en-US"/>
        </a:p>
      </dgm:t>
    </dgm:pt>
    <dgm:pt modelId="{AE7F7D53-459F-41D6-AC0C-F6DB536D1648}">
      <dgm:prSet/>
      <dgm:spPr/>
      <dgm:t>
        <a:bodyPr/>
        <a:lstStyle/>
        <a:p>
          <a:r>
            <a:rPr lang="en-US"/>
            <a:t>• pipeline.py + output schema assertion post-build</a:t>
          </a:r>
        </a:p>
      </dgm:t>
    </dgm:pt>
    <dgm:pt modelId="{748C5878-8721-44D7-AAE5-5FE146728589}" type="parTrans" cxnId="{C7FC1A08-2AB5-4A5B-BDD0-2D60F2A5F707}">
      <dgm:prSet/>
      <dgm:spPr/>
      <dgm:t>
        <a:bodyPr/>
        <a:lstStyle/>
        <a:p>
          <a:endParaRPr lang="en-US"/>
        </a:p>
      </dgm:t>
    </dgm:pt>
    <dgm:pt modelId="{51E0DEFC-0007-4652-BEC5-932CAC5D5867}" type="sibTrans" cxnId="{C7FC1A08-2AB5-4A5B-BDD0-2D60F2A5F707}">
      <dgm:prSet/>
      <dgm:spPr/>
      <dgm:t>
        <a:bodyPr/>
        <a:lstStyle/>
        <a:p>
          <a:endParaRPr lang="en-US"/>
        </a:p>
      </dgm:t>
    </dgm:pt>
    <dgm:pt modelId="{CEED8722-1C92-43A7-8DDB-FE81DEEC1879}" type="pres">
      <dgm:prSet presAssocID="{14612F8D-79A5-42AE-81FA-4696B7C01CEE}" presName="diagram" presStyleCnt="0">
        <dgm:presLayoutVars>
          <dgm:dir/>
          <dgm:resizeHandles val="exact"/>
        </dgm:presLayoutVars>
      </dgm:prSet>
      <dgm:spPr/>
    </dgm:pt>
    <dgm:pt modelId="{060544E8-52B5-4940-9E14-2F5D438F0B8D}" type="pres">
      <dgm:prSet presAssocID="{0938696B-0BA2-4D31-942D-9AC73329FF74}" presName="node" presStyleLbl="node1" presStyleIdx="0" presStyleCnt="10">
        <dgm:presLayoutVars>
          <dgm:bulletEnabled val="1"/>
        </dgm:presLayoutVars>
      </dgm:prSet>
      <dgm:spPr/>
    </dgm:pt>
    <dgm:pt modelId="{1B386920-9C68-46A8-AEF3-5A053C7BEA67}" type="pres">
      <dgm:prSet presAssocID="{005F1A6E-6612-4985-BA1D-1E8D1C725E0B}" presName="sibTrans" presStyleCnt="0"/>
      <dgm:spPr/>
    </dgm:pt>
    <dgm:pt modelId="{3B097698-0AEB-4A16-8BF6-C142D20A1842}" type="pres">
      <dgm:prSet presAssocID="{E43261FF-5A8A-423A-927B-DCB2B8A2D5E3}" presName="node" presStyleLbl="node1" presStyleIdx="1" presStyleCnt="10">
        <dgm:presLayoutVars>
          <dgm:bulletEnabled val="1"/>
        </dgm:presLayoutVars>
      </dgm:prSet>
      <dgm:spPr/>
    </dgm:pt>
    <dgm:pt modelId="{2C4529B4-E050-450D-A096-EAB96E9784DC}" type="pres">
      <dgm:prSet presAssocID="{9841CEC3-F742-4DF0-8A46-2782F4DB3C1E}" presName="sibTrans" presStyleCnt="0"/>
      <dgm:spPr/>
    </dgm:pt>
    <dgm:pt modelId="{EECE809E-8974-43FE-B7DB-467C29CBF480}" type="pres">
      <dgm:prSet presAssocID="{FD5D1593-8DE0-46F7-907B-386446DD7D6F}" presName="node" presStyleLbl="node1" presStyleIdx="2" presStyleCnt="10">
        <dgm:presLayoutVars>
          <dgm:bulletEnabled val="1"/>
        </dgm:presLayoutVars>
      </dgm:prSet>
      <dgm:spPr/>
    </dgm:pt>
    <dgm:pt modelId="{D9C7ACC5-439A-4F8C-AB09-4B302CC33FF8}" type="pres">
      <dgm:prSet presAssocID="{C531A42E-6D72-4C3F-A79D-6E199F0F2F38}" presName="sibTrans" presStyleCnt="0"/>
      <dgm:spPr/>
    </dgm:pt>
    <dgm:pt modelId="{F1355215-CB28-4BF2-BE23-1E8FEC7C003A}" type="pres">
      <dgm:prSet presAssocID="{16A7726C-DA9E-4777-8CB7-E3D5EA62A5AA}" presName="node" presStyleLbl="node1" presStyleIdx="3" presStyleCnt="10">
        <dgm:presLayoutVars>
          <dgm:bulletEnabled val="1"/>
        </dgm:presLayoutVars>
      </dgm:prSet>
      <dgm:spPr/>
    </dgm:pt>
    <dgm:pt modelId="{8A6BE2F0-F293-490C-916A-76948FE568CD}" type="pres">
      <dgm:prSet presAssocID="{633904BC-02A1-4BC8-8218-2584FBAB8DE4}" presName="sibTrans" presStyleCnt="0"/>
      <dgm:spPr/>
    </dgm:pt>
    <dgm:pt modelId="{44DD2ED3-E29A-4E5D-9BCB-D9F78BD935ED}" type="pres">
      <dgm:prSet presAssocID="{3077E5B2-6DC5-4B33-962C-A80E53DB3204}" presName="node" presStyleLbl="node1" presStyleIdx="4" presStyleCnt="10">
        <dgm:presLayoutVars>
          <dgm:bulletEnabled val="1"/>
        </dgm:presLayoutVars>
      </dgm:prSet>
      <dgm:spPr/>
    </dgm:pt>
    <dgm:pt modelId="{E955006A-6340-47F3-9186-EDFD1F146801}" type="pres">
      <dgm:prSet presAssocID="{DF3FF3DD-AB9C-488B-9013-DD404A25BEA2}" presName="sibTrans" presStyleCnt="0"/>
      <dgm:spPr/>
    </dgm:pt>
    <dgm:pt modelId="{F7A8B0B1-775C-486C-B9DE-6AE6D4AFCA3D}" type="pres">
      <dgm:prSet presAssocID="{411594F2-2D29-4E09-A19A-028685FB9099}" presName="node" presStyleLbl="node1" presStyleIdx="5" presStyleCnt="10">
        <dgm:presLayoutVars>
          <dgm:bulletEnabled val="1"/>
        </dgm:presLayoutVars>
      </dgm:prSet>
      <dgm:spPr/>
    </dgm:pt>
    <dgm:pt modelId="{2C4C6CD6-C03D-410C-8494-80E10E552B69}" type="pres">
      <dgm:prSet presAssocID="{B51EA77D-2DE3-48B3-99E2-75C478346F22}" presName="sibTrans" presStyleCnt="0"/>
      <dgm:spPr/>
    </dgm:pt>
    <dgm:pt modelId="{E6EE0D56-0256-43BC-B820-AFF7F4170A19}" type="pres">
      <dgm:prSet presAssocID="{CFF29DC1-1A93-4ABC-AD8F-21F7B8C9E1B8}" presName="node" presStyleLbl="node1" presStyleIdx="6" presStyleCnt="10">
        <dgm:presLayoutVars>
          <dgm:bulletEnabled val="1"/>
        </dgm:presLayoutVars>
      </dgm:prSet>
      <dgm:spPr/>
    </dgm:pt>
    <dgm:pt modelId="{563E9490-6AFA-484C-9230-6BC247011C71}" type="pres">
      <dgm:prSet presAssocID="{66B1D671-3354-4A5D-AA78-55D77EDDAB8B}" presName="sibTrans" presStyleCnt="0"/>
      <dgm:spPr/>
    </dgm:pt>
    <dgm:pt modelId="{1D688B20-66EA-4105-A1B9-002ECC966990}" type="pres">
      <dgm:prSet presAssocID="{58319DEA-F30D-49C3-BE95-BCBF9B66007F}" presName="node" presStyleLbl="node1" presStyleIdx="7" presStyleCnt="10">
        <dgm:presLayoutVars>
          <dgm:bulletEnabled val="1"/>
        </dgm:presLayoutVars>
      </dgm:prSet>
      <dgm:spPr/>
    </dgm:pt>
    <dgm:pt modelId="{4F034996-FBCA-4853-B26B-35139E066A9A}" type="pres">
      <dgm:prSet presAssocID="{6A920BF4-9C1E-49C7-B35A-B48FC06C68E9}" presName="sibTrans" presStyleCnt="0"/>
      <dgm:spPr/>
    </dgm:pt>
    <dgm:pt modelId="{287776A1-E760-4EC0-809D-CB4154A1785B}" type="pres">
      <dgm:prSet presAssocID="{22304957-F4A8-4B53-AFE5-7068A8869A40}" presName="node" presStyleLbl="node1" presStyleIdx="8" presStyleCnt="10">
        <dgm:presLayoutVars>
          <dgm:bulletEnabled val="1"/>
        </dgm:presLayoutVars>
      </dgm:prSet>
      <dgm:spPr/>
    </dgm:pt>
    <dgm:pt modelId="{14B74B62-6665-4C4C-9A22-2DF3854770F5}" type="pres">
      <dgm:prSet presAssocID="{F1413CA6-5DB3-4F64-9285-85C484D67D67}" presName="sibTrans" presStyleCnt="0"/>
      <dgm:spPr/>
    </dgm:pt>
    <dgm:pt modelId="{B020D1F7-70C1-4E25-A264-D5D9999BB81F}" type="pres">
      <dgm:prSet presAssocID="{AE7F7D53-459F-41D6-AC0C-F6DB536D1648}" presName="node" presStyleLbl="node1" presStyleIdx="9" presStyleCnt="10">
        <dgm:presLayoutVars>
          <dgm:bulletEnabled val="1"/>
        </dgm:presLayoutVars>
      </dgm:prSet>
      <dgm:spPr/>
    </dgm:pt>
  </dgm:ptLst>
  <dgm:cxnLst>
    <dgm:cxn modelId="{1B265604-3980-49E4-BCB0-93C103D00E85}" srcId="{14612F8D-79A5-42AE-81FA-4696B7C01CEE}" destId="{3077E5B2-6DC5-4B33-962C-A80E53DB3204}" srcOrd="4" destOrd="0" parTransId="{505D2464-9ACD-4D2C-B957-8213933F6D0A}" sibTransId="{DF3FF3DD-AB9C-488B-9013-DD404A25BEA2}"/>
    <dgm:cxn modelId="{59E54707-D4AB-43B1-8C64-D60711DB75AB}" type="presOf" srcId="{CFF29DC1-1A93-4ABC-AD8F-21F7B8C9E1B8}" destId="{E6EE0D56-0256-43BC-B820-AFF7F4170A19}" srcOrd="0" destOrd="0" presId="urn:microsoft.com/office/officeart/2005/8/layout/default"/>
    <dgm:cxn modelId="{C7FC1A08-2AB5-4A5B-BDD0-2D60F2A5F707}" srcId="{14612F8D-79A5-42AE-81FA-4696B7C01CEE}" destId="{AE7F7D53-459F-41D6-AC0C-F6DB536D1648}" srcOrd="9" destOrd="0" parTransId="{748C5878-8721-44D7-AAE5-5FE146728589}" sibTransId="{51E0DEFC-0007-4652-BEC5-932CAC5D5867}"/>
    <dgm:cxn modelId="{28DE2817-D1D5-4727-B3BD-3D0C34BE737C}" srcId="{14612F8D-79A5-42AE-81FA-4696B7C01CEE}" destId="{411594F2-2D29-4E09-A19A-028685FB9099}" srcOrd="5" destOrd="0" parTransId="{D38640E1-9257-4D31-A1C9-855D11A0DD77}" sibTransId="{B51EA77D-2DE3-48B3-99E2-75C478346F22}"/>
    <dgm:cxn modelId="{27FE1919-A853-46BE-B4AF-E64B80312AC0}" srcId="{14612F8D-79A5-42AE-81FA-4696B7C01CEE}" destId="{CFF29DC1-1A93-4ABC-AD8F-21F7B8C9E1B8}" srcOrd="6" destOrd="0" parTransId="{5E5943F3-E8FC-4D31-8993-74F49BEECB3E}" sibTransId="{66B1D671-3354-4A5D-AA78-55D77EDDAB8B}"/>
    <dgm:cxn modelId="{E3A11F2A-33AA-4F8F-B4C7-8493B7B94F0E}" type="presOf" srcId="{0938696B-0BA2-4D31-942D-9AC73329FF74}" destId="{060544E8-52B5-4940-9E14-2F5D438F0B8D}" srcOrd="0" destOrd="0" presId="urn:microsoft.com/office/officeart/2005/8/layout/default"/>
    <dgm:cxn modelId="{532A702F-CC8C-4678-B469-AA68DF5691CE}" type="presOf" srcId="{3077E5B2-6DC5-4B33-962C-A80E53DB3204}" destId="{44DD2ED3-E29A-4E5D-9BCB-D9F78BD935ED}" srcOrd="0" destOrd="0" presId="urn:microsoft.com/office/officeart/2005/8/layout/default"/>
    <dgm:cxn modelId="{9EB87C3F-9F41-496C-BC08-7E41AAE5B06B}" type="presOf" srcId="{16A7726C-DA9E-4777-8CB7-E3D5EA62A5AA}" destId="{F1355215-CB28-4BF2-BE23-1E8FEC7C003A}" srcOrd="0" destOrd="0" presId="urn:microsoft.com/office/officeart/2005/8/layout/default"/>
    <dgm:cxn modelId="{9B25A569-72E4-4BEA-843B-2B50232BEC2A}" srcId="{14612F8D-79A5-42AE-81FA-4696B7C01CEE}" destId="{0938696B-0BA2-4D31-942D-9AC73329FF74}" srcOrd="0" destOrd="0" parTransId="{FC955AF2-1AEF-49C3-8B61-095F3E19ABBA}" sibTransId="{005F1A6E-6612-4985-BA1D-1E8D1C725E0B}"/>
    <dgm:cxn modelId="{D76AB659-DB4F-4F65-A5AE-C1EFB3AC3B6B}" srcId="{14612F8D-79A5-42AE-81FA-4696B7C01CEE}" destId="{E43261FF-5A8A-423A-927B-DCB2B8A2D5E3}" srcOrd="1" destOrd="0" parTransId="{A96BAC49-5A39-471A-927A-3E0C5671C247}" sibTransId="{9841CEC3-F742-4DF0-8A46-2782F4DB3C1E}"/>
    <dgm:cxn modelId="{369B397B-A16B-4BDB-A246-C466FDCC112C}" type="presOf" srcId="{58319DEA-F30D-49C3-BE95-BCBF9B66007F}" destId="{1D688B20-66EA-4105-A1B9-002ECC966990}" srcOrd="0" destOrd="0" presId="urn:microsoft.com/office/officeart/2005/8/layout/default"/>
    <dgm:cxn modelId="{D6C1D3A7-3384-4E09-AB0F-1CEC1F4296E3}" srcId="{14612F8D-79A5-42AE-81FA-4696B7C01CEE}" destId="{58319DEA-F30D-49C3-BE95-BCBF9B66007F}" srcOrd="7" destOrd="0" parTransId="{03039176-72BD-4F65-BAD8-68D4C4D4A380}" sibTransId="{6A920BF4-9C1E-49C7-B35A-B48FC06C68E9}"/>
    <dgm:cxn modelId="{F0C331BB-7A45-4CE2-A451-DFBF48E592AA}" srcId="{14612F8D-79A5-42AE-81FA-4696B7C01CEE}" destId="{FD5D1593-8DE0-46F7-907B-386446DD7D6F}" srcOrd="2" destOrd="0" parTransId="{E013A373-1C18-4C9D-973B-B75BA9F62A12}" sibTransId="{C531A42E-6D72-4C3F-A79D-6E199F0F2F38}"/>
    <dgm:cxn modelId="{56144AC2-CED1-4A13-BF43-89BCFED0405F}" type="presOf" srcId="{AE7F7D53-459F-41D6-AC0C-F6DB536D1648}" destId="{B020D1F7-70C1-4E25-A264-D5D9999BB81F}" srcOrd="0" destOrd="0" presId="urn:microsoft.com/office/officeart/2005/8/layout/default"/>
    <dgm:cxn modelId="{B237D0CC-C508-4C60-A53F-57464E568BC9}" type="presOf" srcId="{FD5D1593-8DE0-46F7-907B-386446DD7D6F}" destId="{EECE809E-8974-43FE-B7DB-467C29CBF480}" srcOrd="0" destOrd="0" presId="urn:microsoft.com/office/officeart/2005/8/layout/default"/>
    <dgm:cxn modelId="{11B575E1-564E-411D-B6E9-9631441E32EE}" type="presOf" srcId="{E43261FF-5A8A-423A-927B-DCB2B8A2D5E3}" destId="{3B097698-0AEB-4A16-8BF6-C142D20A1842}" srcOrd="0" destOrd="0" presId="urn:microsoft.com/office/officeart/2005/8/layout/default"/>
    <dgm:cxn modelId="{BBC400E6-203C-4B77-A1FA-9998744D91E9}" srcId="{14612F8D-79A5-42AE-81FA-4696B7C01CEE}" destId="{22304957-F4A8-4B53-AFE5-7068A8869A40}" srcOrd="8" destOrd="0" parTransId="{F2D7599E-849B-494B-956B-F77F81AE5C72}" sibTransId="{F1413CA6-5DB3-4F64-9285-85C484D67D67}"/>
    <dgm:cxn modelId="{E7FCE0E9-3B47-464D-964A-865662B79312}" srcId="{14612F8D-79A5-42AE-81FA-4696B7C01CEE}" destId="{16A7726C-DA9E-4777-8CB7-E3D5EA62A5AA}" srcOrd="3" destOrd="0" parTransId="{53D91AF1-1B5C-49BF-9C25-00CC9F2D8244}" sibTransId="{633904BC-02A1-4BC8-8218-2584FBAB8DE4}"/>
    <dgm:cxn modelId="{EB04CFF6-6956-4651-981F-28E65D0FB67D}" type="presOf" srcId="{14612F8D-79A5-42AE-81FA-4696B7C01CEE}" destId="{CEED8722-1C92-43A7-8DDB-FE81DEEC1879}" srcOrd="0" destOrd="0" presId="urn:microsoft.com/office/officeart/2005/8/layout/default"/>
    <dgm:cxn modelId="{0703B8F7-4346-4A7F-9A17-B35582409FBA}" type="presOf" srcId="{22304957-F4A8-4B53-AFE5-7068A8869A40}" destId="{287776A1-E760-4EC0-809D-CB4154A1785B}" srcOrd="0" destOrd="0" presId="urn:microsoft.com/office/officeart/2005/8/layout/default"/>
    <dgm:cxn modelId="{AAE620F8-DAE2-4D6A-BAE8-3E164952276E}" type="presOf" srcId="{411594F2-2D29-4E09-A19A-028685FB9099}" destId="{F7A8B0B1-775C-486C-B9DE-6AE6D4AFCA3D}" srcOrd="0" destOrd="0" presId="urn:microsoft.com/office/officeart/2005/8/layout/default"/>
    <dgm:cxn modelId="{AC966A2C-71A1-4FFE-9C21-AA781A50F2F5}" type="presParOf" srcId="{CEED8722-1C92-43A7-8DDB-FE81DEEC1879}" destId="{060544E8-52B5-4940-9E14-2F5D438F0B8D}" srcOrd="0" destOrd="0" presId="urn:microsoft.com/office/officeart/2005/8/layout/default"/>
    <dgm:cxn modelId="{ABA7E71B-A772-4623-9C02-392424538B08}" type="presParOf" srcId="{CEED8722-1C92-43A7-8DDB-FE81DEEC1879}" destId="{1B386920-9C68-46A8-AEF3-5A053C7BEA67}" srcOrd="1" destOrd="0" presId="urn:microsoft.com/office/officeart/2005/8/layout/default"/>
    <dgm:cxn modelId="{3A67D615-AAC5-4808-B5A6-2FF0EE9657BF}" type="presParOf" srcId="{CEED8722-1C92-43A7-8DDB-FE81DEEC1879}" destId="{3B097698-0AEB-4A16-8BF6-C142D20A1842}" srcOrd="2" destOrd="0" presId="urn:microsoft.com/office/officeart/2005/8/layout/default"/>
    <dgm:cxn modelId="{5E30ED96-67BA-4BC0-985E-B8E47D16635A}" type="presParOf" srcId="{CEED8722-1C92-43A7-8DDB-FE81DEEC1879}" destId="{2C4529B4-E050-450D-A096-EAB96E9784DC}" srcOrd="3" destOrd="0" presId="urn:microsoft.com/office/officeart/2005/8/layout/default"/>
    <dgm:cxn modelId="{CCE93E0E-DBA8-402B-AB41-05913FB5397E}" type="presParOf" srcId="{CEED8722-1C92-43A7-8DDB-FE81DEEC1879}" destId="{EECE809E-8974-43FE-B7DB-467C29CBF480}" srcOrd="4" destOrd="0" presId="urn:microsoft.com/office/officeart/2005/8/layout/default"/>
    <dgm:cxn modelId="{C48C63A2-6A2A-40B7-B4A2-37F47944BB63}" type="presParOf" srcId="{CEED8722-1C92-43A7-8DDB-FE81DEEC1879}" destId="{D9C7ACC5-439A-4F8C-AB09-4B302CC33FF8}" srcOrd="5" destOrd="0" presId="urn:microsoft.com/office/officeart/2005/8/layout/default"/>
    <dgm:cxn modelId="{3CC52A41-FC80-4BC1-BA71-F72466C6B1AF}" type="presParOf" srcId="{CEED8722-1C92-43A7-8DDB-FE81DEEC1879}" destId="{F1355215-CB28-4BF2-BE23-1E8FEC7C003A}" srcOrd="6" destOrd="0" presId="urn:microsoft.com/office/officeart/2005/8/layout/default"/>
    <dgm:cxn modelId="{12D6A47B-462A-4DF8-B342-7BB9AF11C9F0}" type="presParOf" srcId="{CEED8722-1C92-43A7-8DDB-FE81DEEC1879}" destId="{8A6BE2F0-F293-490C-916A-76948FE568CD}" srcOrd="7" destOrd="0" presId="urn:microsoft.com/office/officeart/2005/8/layout/default"/>
    <dgm:cxn modelId="{9C51B79D-6C50-4493-8FBD-36C3F43A5AB3}" type="presParOf" srcId="{CEED8722-1C92-43A7-8DDB-FE81DEEC1879}" destId="{44DD2ED3-E29A-4E5D-9BCB-D9F78BD935ED}" srcOrd="8" destOrd="0" presId="urn:microsoft.com/office/officeart/2005/8/layout/default"/>
    <dgm:cxn modelId="{10A531E2-30E8-49FA-808D-B018D398A750}" type="presParOf" srcId="{CEED8722-1C92-43A7-8DDB-FE81DEEC1879}" destId="{E955006A-6340-47F3-9186-EDFD1F146801}" srcOrd="9" destOrd="0" presId="urn:microsoft.com/office/officeart/2005/8/layout/default"/>
    <dgm:cxn modelId="{1A4071A8-BFC2-4C7F-81A7-B6DE8D86C444}" type="presParOf" srcId="{CEED8722-1C92-43A7-8DDB-FE81DEEC1879}" destId="{F7A8B0B1-775C-486C-B9DE-6AE6D4AFCA3D}" srcOrd="10" destOrd="0" presId="urn:microsoft.com/office/officeart/2005/8/layout/default"/>
    <dgm:cxn modelId="{60123252-10D0-4476-AEC3-2EF2FA31C1C5}" type="presParOf" srcId="{CEED8722-1C92-43A7-8DDB-FE81DEEC1879}" destId="{2C4C6CD6-C03D-410C-8494-80E10E552B69}" srcOrd="11" destOrd="0" presId="urn:microsoft.com/office/officeart/2005/8/layout/default"/>
    <dgm:cxn modelId="{73A5E5F4-AF5D-4532-985B-50ED18723CEA}" type="presParOf" srcId="{CEED8722-1C92-43A7-8DDB-FE81DEEC1879}" destId="{E6EE0D56-0256-43BC-B820-AFF7F4170A19}" srcOrd="12" destOrd="0" presId="urn:microsoft.com/office/officeart/2005/8/layout/default"/>
    <dgm:cxn modelId="{506A7615-AEC8-4B5A-B93B-0381A973961C}" type="presParOf" srcId="{CEED8722-1C92-43A7-8DDB-FE81DEEC1879}" destId="{563E9490-6AFA-484C-9230-6BC247011C71}" srcOrd="13" destOrd="0" presId="urn:microsoft.com/office/officeart/2005/8/layout/default"/>
    <dgm:cxn modelId="{5ADB4DB8-574B-469F-B525-7146A776AF27}" type="presParOf" srcId="{CEED8722-1C92-43A7-8DDB-FE81DEEC1879}" destId="{1D688B20-66EA-4105-A1B9-002ECC966990}" srcOrd="14" destOrd="0" presId="urn:microsoft.com/office/officeart/2005/8/layout/default"/>
    <dgm:cxn modelId="{57CC3835-644D-421A-9271-6638AE3C6040}" type="presParOf" srcId="{CEED8722-1C92-43A7-8DDB-FE81DEEC1879}" destId="{4F034996-FBCA-4853-B26B-35139E066A9A}" srcOrd="15" destOrd="0" presId="urn:microsoft.com/office/officeart/2005/8/layout/default"/>
    <dgm:cxn modelId="{BDBAE7A1-AEFB-46E4-9C26-E35D86A90F7E}" type="presParOf" srcId="{CEED8722-1C92-43A7-8DDB-FE81DEEC1879}" destId="{287776A1-E760-4EC0-809D-CB4154A1785B}" srcOrd="16" destOrd="0" presId="urn:microsoft.com/office/officeart/2005/8/layout/default"/>
    <dgm:cxn modelId="{E76B695E-3DB3-4991-95A8-44DB9E019A1A}" type="presParOf" srcId="{CEED8722-1C92-43A7-8DDB-FE81DEEC1879}" destId="{14B74B62-6665-4C4C-9A22-2DF3854770F5}" srcOrd="17" destOrd="0" presId="urn:microsoft.com/office/officeart/2005/8/layout/default"/>
    <dgm:cxn modelId="{73250BE2-F7BC-4C46-815E-58ADA4381AF9}" type="presParOf" srcId="{CEED8722-1C92-43A7-8DDB-FE81DEEC1879}" destId="{B020D1F7-70C1-4E25-A264-D5D9999BB81F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7BB896-2CB5-41A8-9192-C2E40582F14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F27CF6-BF17-407E-9695-E689363DD7E1}">
      <dgm:prSet/>
      <dgm:spPr/>
      <dgm:t>
        <a:bodyPr/>
        <a:lstStyle/>
        <a:p>
          <a:r>
            <a:rPr lang="en-US"/>
            <a:t>B1 — Observability Framework:</a:t>
          </a:r>
        </a:p>
      </dgm:t>
    </dgm:pt>
    <dgm:pt modelId="{7C287F41-C41B-49EB-AF58-C37D52B36BFB}" type="parTrans" cxnId="{7A9DBF5A-BF8C-4D63-87F7-BB0EBE17FBFA}">
      <dgm:prSet/>
      <dgm:spPr/>
      <dgm:t>
        <a:bodyPr/>
        <a:lstStyle/>
        <a:p>
          <a:endParaRPr lang="en-US"/>
        </a:p>
      </dgm:t>
    </dgm:pt>
    <dgm:pt modelId="{064BCD98-E579-4CC9-8300-EA99B31DA010}" type="sibTrans" cxnId="{7A9DBF5A-BF8C-4D63-87F7-BB0EBE17FBFA}">
      <dgm:prSet/>
      <dgm:spPr/>
      <dgm:t>
        <a:bodyPr/>
        <a:lstStyle/>
        <a:p>
          <a:endParaRPr lang="en-US"/>
        </a:p>
      </dgm:t>
    </dgm:pt>
    <dgm:pt modelId="{2A060F70-925D-450A-8A8E-214788103905}">
      <dgm:prSet/>
      <dgm:spPr/>
      <dgm:t>
        <a:bodyPr/>
        <a:lstStyle/>
        <a:p>
          <a:r>
            <a:rPr lang="en-US"/>
            <a:t>• JSON run reports: rows_read/written/quarantined per stage</a:t>
          </a:r>
        </a:p>
      </dgm:t>
    </dgm:pt>
    <dgm:pt modelId="{8C69F106-AA0E-439E-B2CA-BD7E26011FF8}" type="parTrans" cxnId="{B9F3BD87-02D7-4CD4-94DD-7D52B722E74C}">
      <dgm:prSet/>
      <dgm:spPr/>
      <dgm:t>
        <a:bodyPr/>
        <a:lstStyle/>
        <a:p>
          <a:endParaRPr lang="en-US"/>
        </a:p>
      </dgm:t>
    </dgm:pt>
    <dgm:pt modelId="{5626D51C-3EAC-49B3-B8B5-B0A667B7D140}" type="sibTrans" cxnId="{B9F3BD87-02D7-4CD4-94DD-7D52B722E74C}">
      <dgm:prSet/>
      <dgm:spPr/>
      <dgm:t>
        <a:bodyPr/>
        <a:lstStyle/>
        <a:p>
          <a:endParaRPr lang="en-US"/>
        </a:p>
      </dgm:t>
    </dgm:pt>
    <dgm:pt modelId="{E83A8894-A04B-450D-9ABD-DDFCA88D93EE}">
      <dgm:prSet/>
      <dgm:spPr/>
      <dgm:t>
        <a:bodyPr/>
        <a:lstStyle/>
        <a:p>
          <a:r>
            <a:rPr lang="en-US"/>
            <a:t>• Status: SUCCESS / PARTIAL / FAILED</a:t>
          </a:r>
        </a:p>
      </dgm:t>
    </dgm:pt>
    <dgm:pt modelId="{CB330BFB-9F6A-4E61-BDA6-83CE343EE3AA}" type="parTrans" cxnId="{2B2E04FD-0109-47C7-B886-A1D3647CC3B4}">
      <dgm:prSet/>
      <dgm:spPr/>
      <dgm:t>
        <a:bodyPr/>
        <a:lstStyle/>
        <a:p>
          <a:endParaRPr lang="en-US"/>
        </a:p>
      </dgm:t>
    </dgm:pt>
    <dgm:pt modelId="{296E46D1-36C2-46BE-AC0C-F450DA33DA28}" type="sibTrans" cxnId="{2B2E04FD-0109-47C7-B886-A1D3647CC3B4}">
      <dgm:prSet/>
      <dgm:spPr/>
      <dgm:t>
        <a:bodyPr/>
        <a:lstStyle/>
        <a:p>
          <a:endParaRPr lang="en-US"/>
        </a:p>
      </dgm:t>
    </dgm:pt>
    <dgm:pt modelId="{7226ABFF-5BA3-42C8-8612-A55CAF9E9DF7}">
      <dgm:prSet/>
      <dgm:spPr/>
      <dgm:t>
        <a:bodyPr/>
        <a:lstStyle/>
        <a:p>
          <a:r>
            <a:rPr lang="en-US"/>
            <a:t>B2 — Backfill Mode:</a:t>
          </a:r>
        </a:p>
      </dgm:t>
    </dgm:pt>
    <dgm:pt modelId="{BBDAD543-D5C4-466C-837E-6BA39E43FC08}" type="parTrans" cxnId="{D7E1CF74-7DDE-4FD7-B9AC-3E6D498AFBB6}">
      <dgm:prSet/>
      <dgm:spPr/>
      <dgm:t>
        <a:bodyPr/>
        <a:lstStyle/>
        <a:p>
          <a:endParaRPr lang="en-US"/>
        </a:p>
      </dgm:t>
    </dgm:pt>
    <dgm:pt modelId="{71A508F5-B8E1-4971-A538-FEDFBB484633}" type="sibTrans" cxnId="{D7E1CF74-7DDE-4FD7-B9AC-3E6D498AFBB6}">
      <dgm:prSet/>
      <dgm:spPr/>
      <dgm:t>
        <a:bodyPr/>
        <a:lstStyle/>
        <a:p>
          <a:endParaRPr lang="en-US"/>
        </a:p>
      </dgm:t>
    </dgm:pt>
    <dgm:pt modelId="{B2F1D262-871B-45CB-BFD6-6863EF066AA6}">
      <dgm:prSet/>
      <dgm:spPr/>
      <dgm:t>
        <a:bodyPr/>
        <a:lstStyle/>
        <a:p>
          <a:r>
            <a:rPr lang="en-US"/>
            <a:t>• --mode backfill --from_date 2024-01-15 --to_date 2024-01-16</a:t>
          </a:r>
        </a:p>
      </dgm:t>
    </dgm:pt>
    <dgm:pt modelId="{4577A2B2-BCD1-4486-8E18-7CC830ADCD65}" type="parTrans" cxnId="{CEA7D8DF-6AF8-422F-BFC0-F7F7AA0050D5}">
      <dgm:prSet/>
      <dgm:spPr/>
      <dgm:t>
        <a:bodyPr/>
        <a:lstStyle/>
        <a:p>
          <a:endParaRPr lang="en-US"/>
        </a:p>
      </dgm:t>
    </dgm:pt>
    <dgm:pt modelId="{43526380-EE19-4F69-9353-9B0B67075869}" type="sibTrans" cxnId="{CEA7D8DF-6AF8-422F-BFC0-F7F7AA0050D5}">
      <dgm:prSet/>
      <dgm:spPr/>
      <dgm:t>
        <a:bodyPr/>
        <a:lstStyle/>
        <a:p>
          <a:endParaRPr lang="en-US"/>
        </a:p>
      </dgm:t>
    </dgm:pt>
    <dgm:pt modelId="{0B1BE04C-A6DF-4A06-975C-40D11F41926D}">
      <dgm:prSet/>
      <dgm:spPr/>
      <dgm:t>
        <a:bodyPr/>
        <a:lstStyle/>
        <a:p>
          <a:r>
            <a:rPr lang="en-US"/>
            <a:t>• Only affected partitions reprocessed (Bronze + Gold)</a:t>
          </a:r>
        </a:p>
      </dgm:t>
    </dgm:pt>
    <dgm:pt modelId="{962C5684-EA2C-476B-823F-681FB1C4BA02}" type="parTrans" cxnId="{7F279306-AE84-49C1-9A97-E1FB4C997654}">
      <dgm:prSet/>
      <dgm:spPr/>
      <dgm:t>
        <a:bodyPr/>
        <a:lstStyle/>
        <a:p>
          <a:endParaRPr lang="en-US"/>
        </a:p>
      </dgm:t>
    </dgm:pt>
    <dgm:pt modelId="{CA8539D1-E8F3-4EE9-9EAE-FEBDD21FF3EF}" type="sibTrans" cxnId="{7F279306-AE84-49C1-9A97-E1FB4C997654}">
      <dgm:prSet/>
      <dgm:spPr/>
      <dgm:t>
        <a:bodyPr/>
        <a:lstStyle/>
        <a:p>
          <a:endParaRPr lang="en-US"/>
        </a:p>
      </dgm:t>
    </dgm:pt>
    <dgm:pt modelId="{592D18A7-BDD6-43DA-B47D-D85390281B61}">
      <dgm:prSet/>
      <dgm:spPr/>
      <dgm:t>
        <a:bodyPr/>
        <a:lstStyle/>
        <a:p>
          <a:r>
            <a:rPr lang="en-US"/>
            <a:t>B3 — Schema Evolution:</a:t>
          </a:r>
        </a:p>
      </dgm:t>
    </dgm:pt>
    <dgm:pt modelId="{3C9B63C2-73B8-467E-AB5B-ED0E1DA0B6D0}" type="parTrans" cxnId="{853675A3-91F6-4780-A92F-9697B3DB2A43}">
      <dgm:prSet/>
      <dgm:spPr/>
      <dgm:t>
        <a:bodyPr/>
        <a:lstStyle/>
        <a:p>
          <a:endParaRPr lang="en-US"/>
        </a:p>
      </dgm:t>
    </dgm:pt>
    <dgm:pt modelId="{35307810-AC5E-49EA-8760-B512B6D787D0}" type="sibTrans" cxnId="{853675A3-91F6-4780-A92F-9697B3DB2A43}">
      <dgm:prSet/>
      <dgm:spPr/>
      <dgm:t>
        <a:bodyPr/>
        <a:lstStyle/>
        <a:p>
          <a:endParaRPr lang="en-US"/>
        </a:p>
      </dgm:t>
    </dgm:pt>
    <dgm:pt modelId="{7DDBBF1A-9558-4B8A-8F6C-36D05FA5636B}">
      <dgm:prSet/>
      <dgm:spPr/>
      <dgm:t>
        <a:bodyPr/>
        <a:lstStyle/>
        <a:p>
          <a:r>
            <a:rPr lang="en-US"/>
            <a:t>• New nullable column in later file → accepted without crash</a:t>
          </a:r>
        </a:p>
      </dgm:t>
    </dgm:pt>
    <dgm:pt modelId="{BDDAB109-B0DC-49DD-BB4D-E789C03ECAC8}" type="parTrans" cxnId="{A00D91DB-C96C-4FD6-80F2-69B48CAF2704}">
      <dgm:prSet/>
      <dgm:spPr/>
      <dgm:t>
        <a:bodyPr/>
        <a:lstStyle/>
        <a:p>
          <a:endParaRPr lang="en-US"/>
        </a:p>
      </dgm:t>
    </dgm:pt>
    <dgm:pt modelId="{F07A5B6D-83E1-4A94-B3EF-5A034A50B0E8}" type="sibTrans" cxnId="{A00D91DB-C96C-4FD6-80F2-69B48CAF2704}">
      <dgm:prSet/>
      <dgm:spPr/>
      <dgm:t>
        <a:bodyPr/>
        <a:lstStyle/>
        <a:p>
          <a:endParaRPr lang="en-US"/>
        </a:p>
      </dgm:t>
    </dgm:pt>
    <dgm:pt modelId="{323AEBC7-B06A-43ED-A8C3-F9AAB9C3E79A}">
      <dgm:prSet/>
      <dgm:spPr/>
      <dgm:t>
        <a:bodyPr/>
        <a:lstStyle/>
        <a:p>
          <a:r>
            <a:rPr lang="en-US"/>
            <a:t>B4 — Configuration-Driven:</a:t>
          </a:r>
        </a:p>
      </dgm:t>
    </dgm:pt>
    <dgm:pt modelId="{9982E9F7-91A7-4431-BCEF-5479B4437BEB}" type="parTrans" cxnId="{2A8F3724-DDBA-42B2-9321-950797932631}">
      <dgm:prSet/>
      <dgm:spPr/>
      <dgm:t>
        <a:bodyPr/>
        <a:lstStyle/>
        <a:p>
          <a:endParaRPr lang="en-US"/>
        </a:p>
      </dgm:t>
    </dgm:pt>
    <dgm:pt modelId="{B64C4537-400D-4EB1-91E7-C9FCA1345258}" type="sibTrans" cxnId="{2A8F3724-DDBA-42B2-9321-950797932631}">
      <dgm:prSet/>
      <dgm:spPr/>
      <dgm:t>
        <a:bodyPr/>
        <a:lstStyle/>
        <a:p>
          <a:endParaRPr lang="en-US"/>
        </a:p>
      </dgm:t>
    </dgm:pt>
    <dgm:pt modelId="{B6C4504E-7C2B-4D53-A7DD-A10C79836BAF}">
      <dgm:prSet/>
      <dgm:spPr/>
      <dgm:t>
        <a:bodyPr/>
        <a:lstStyle/>
        <a:p>
          <a:r>
            <a:rPr lang="en-US"/>
            <a:t>• config.yaml: all paths, schemas, window_days, statuses</a:t>
          </a:r>
        </a:p>
      </dgm:t>
    </dgm:pt>
    <dgm:pt modelId="{F146FD3D-25C2-4D06-9CB0-C4477DA81710}" type="parTrans" cxnId="{62C806EB-4BFC-4D73-9AAC-A83452705DEF}">
      <dgm:prSet/>
      <dgm:spPr/>
      <dgm:t>
        <a:bodyPr/>
        <a:lstStyle/>
        <a:p>
          <a:endParaRPr lang="en-US"/>
        </a:p>
      </dgm:t>
    </dgm:pt>
    <dgm:pt modelId="{2D24A7C7-AD34-4139-AC7B-D20B9F5EAA6C}" type="sibTrans" cxnId="{62C806EB-4BFC-4D73-9AAC-A83452705DEF}">
      <dgm:prSet/>
      <dgm:spPr/>
      <dgm:t>
        <a:bodyPr/>
        <a:lstStyle/>
        <a:p>
          <a:endParaRPr lang="en-US"/>
        </a:p>
      </dgm:t>
    </dgm:pt>
    <dgm:pt modelId="{01DAA8CF-10E0-4D30-9819-54864E391839}">
      <dgm:prSet/>
      <dgm:spPr/>
      <dgm:t>
        <a:bodyPr/>
        <a:lstStyle/>
        <a:p>
          <a:r>
            <a:rPr lang="en-US"/>
            <a:t>• Zero hardcoded values in source code</a:t>
          </a:r>
        </a:p>
      </dgm:t>
    </dgm:pt>
    <dgm:pt modelId="{B9A12ED6-DB4E-4AA9-A2E9-7008B5B642D3}" type="parTrans" cxnId="{0F68B355-13AA-40F8-BB03-CEA7D6A7D4C4}">
      <dgm:prSet/>
      <dgm:spPr/>
      <dgm:t>
        <a:bodyPr/>
        <a:lstStyle/>
        <a:p>
          <a:endParaRPr lang="en-US"/>
        </a:p>
      </dgm:t>
    </dgm:pt>
    <dgm:pt modelId="{DA8182B4-CEE3-4196-B923-F0E92136E6D4}" type="sibTrans" cxnId="{0F68B355-13AA-40F8-BB03-CEA7D6A7D4C4}">
      <dgm:prSet/>
      <dgm:spPr/>
      <dgm:t>
        <a:bodyPr/>
        <a:lstStyle/>
        <a:p>
          <a:endParaRPr lang="en-US"/>
        </a:p>
      </dgm:t>
    </dgm:pt>
    <dgm:pt modelId="{5D02551B-E23B-4D5B-9684-82D7B2E1F6B5}" type="pres">
      <dgm:prSet presAssocID="{3B7BB896-2CB5-41A8-9192-C2E40582F142}" presName="diagram" presStyleCnt="0">
        <dgm:presLayoutVars>
          <dgm:dir/>
          <dgm:resizeHandles val="exact"/>
        </dgm:presLayoutVars>
      </dgm:prSet>
      <dgm:spPr/>
    </dgm:pt>
    <dgm:pt modelId="{69476F03-0DD2-4DAF-BB67-D18B6CF162AC}" type="pres">
      <dgm:prSet presAssocID="{B6F27CF6-BF17-407E-9695-E689363DD7E1}" presName="node" presStyleLbl="node1" presStyleIdx="0" presStyleCnt="11">
        <dgm:presLayoutVars>
          <dgm:bulletEnabled val="1"/>
        </dgm:presLayoutVars>
      </dgm:prSet>
      <dgm:spPr/>
    </dgm:pt>
    <dgm:pt modelId="{F59805C9-090A-4A32-A323-63F240C4684A}" type="pres">
      <dgm:prSet presAssocID="{064BCD98-E579-4CC9-8300-EA99B31DA010}" presName="sibTrans" presStyleCnt="0"/>
      <dgm:spPr/>
    </dgm:pt>
    <dgm:pt modelId="{8A9DB6B1-28D7-4B2B-BFDB-D78574D37D0C}" type="pres">
      <dgm:prSet presAssocID="{2A060F70-925D-450A-8A8E-214788103905}" presName="node" presStyleLbl="node1" presStyleIdx="1" presStyleCnt="11">
        <dgm:presLayoutVars>
          <dgm:bulletEnabled val="1"/>
        </dgm:presLayoutVars>
      </dgm:prSet>
      <dgm:spPr/>
    </dgm:pt>
    <dgm:pt modelId="{93028FC3-6AE0-496F-937F-CE3281855D30}" type="pres">
      <dgm:prSet presAssocID="{5626D51C-3EAC-49B3-B8B5-B0A667B7D140}" presName="sibTrans" presStyleCnt="0"/>
      <dgm:spPr/>
    </dgm:pt>
    <dgm:pt modelId="{A78EC4BC-B598-4A1E-BF74-90F600C41F90}" type="pres">
      <dgm:prSet presAssocID="{E83A8894-A04B-450D-9ABD-DDFCA88D93EE}" presName="node" presStyleLbl="node1" presStyleIdx="2" presStyleCnt="11">
        <dgm:presLayoutVars>
          <dgm:bulletEnabled val="1"/>
        </dgm:presLayoutVars>
      </dgm:prSet>
      <dgm:spPr/>
    </dgm:pt>
    <dgm:pt modelId="{71A960B1-78A6-4C4A-A5B4-3CD2A684A072}" type="pres">
      <dgm:prSet presAssocID="{296E46D1-36C2-46BE-AC0C-F450DA33DA28}" presName="sibTrans" presStyleCnt="0"/>
      <dgm:spPr/>
    </dgm:pt>
    <dgm:pt modelId="{30A514F1-7E4A-45D1-8C9D-6A5FC86A5C81}" type="pres">
      <dgm:prSet presAssocID="{7226ABFF-5BA3-42C8-8612-A55CAF9E9DF7}" presName="node" presStyleLbl="node1" presStyleIdx="3" presStyleCnt="11">
        <dgm:presLayoutVars>
          <dgm:bulletEnabled val="1"/>
        </dgm:presLayoutVars>
      </dgm:prSet>
      <dgm:spPr/>
    </dgm:pt>
    <dgm:pt modelId="{9266F771-BF54-44D6-9073-01FC7AC26A30}" type="pres">
      <dgm:prSet presAssocID="{71A508F5-B8E1-4971-A538-FEDFBB484633}" presName="sibTrans" presStyleCnt="0"/>
      <dgm:spPr/>
    </dgm:pt>
    <dgm:pt modelId="{7B9B18A3-CA82-459A-9221-FBCC26F42771}" type="pres">
      <dgm:prSet presAssocID="{B2F1D262-871B-45CB-BFD6-6863EF066AA6}" presName="node" presStyleLbl="node1" presStyleIdx="4" presStyleCnt="11">
        <dgm:presLayoutVars>
          <dgm:bulletEnabled val="1"/>
        </dgm:presLayoutVars>
      </dgm:prSet>
      <dgm:spPr/>
    </dgm:pt>
    <dgm:pt modelId="{7738280D-6ED1-4B0A-A204-2012BCBBAAFC}" type="pres">
      <dgm:prSet presAssocID="{43526380-EE19-4F69-9353-9B0B67075869}" presName="sibTrans" presStyleCnt="0"/>
      <dgm:spPr/>
    </dgm:pt>
    <dgm:pt modelId="{3F40EC65-D174-4BED-87AC-38F4F26A33CC}" type="pres">
      <dgm:prSet presAssocID="{0B1BE04C-A6DF-4A06-975C-40D11F41926D}" presName="node" presStyleLbl="node1" presStyleIdx="5" presStyleCnt="11">
        <dgm:presLayoutVars>
          <dgm:bulletEnabled val="1"/>
        </dgm:presLayoutVars>
      </dgm:prSet>
      <dgm:spPr/>
    </dgm:pt>
    <dgm:pt modelId="{6FF8D414-F97C-4CA9-BABE-483A219278D7}" type="pres">
      <dgm:prSet presAssocID="{CA8539D1-E8F3-4EE9-9EAE-FEBDD21FF3EF}" presName="sibTrans" presStyleCnt="0"/>
      <dgm:spPr/>
    </dgm:pt>
    <dgm:pt modelId="{EEE7FB62-DF48-4CD6-A048-F32D08355E75}" type="pres">
      <dgm:prSet presAssocID="{592D18A7-BDD6-43DA-B47D-D85390281B61}" presName="node" presStyleLbl="node1" presStyleIdx="6" presStyleCnt="11">
        <dgm:presLayoutVars>
          <dgm:bulletEnabled val="1"/>
        </dgm:presLayoutVars>
      </dgm:prSet>
      <dgm:spPr/>
    </dgm:pt>
    <dgm:pt modelId="{DE34BDE4-82EA-4E69-A53D-A1C3AC58D8FF}" type="pres">
      <dgm:prSet presAssocID="{35307810-AC5E-49EA-8760-B512B6D787D0}" presName="sibTrans" presStyleCnt="0"/>
      <dgm:spPr/>
    </dgm:pt>
    <dgm:pt modelId="{65AE94F5-A11E-48A4-BF29-A16C80D3CA15}" type="pres">
      <dgm:prSet presAssocID="{7DDBBF1A-9558-4B8A-8F6C-36D05FA5636B}" presName="node" presStyleLbl="node1" presStyleIdx="7" presStyleCnt="11">
        <dgm:presLayoutVars>
          <dgm:bulletEnabled val="1"/>
        </dgm:presLayoutVars>
      </dgm:prSet>
      <dgm:spPr/>
    </dgm:pt>
    <dgm:pt modelId="{655C8236-3BFA-47C1-A6A4-816A4CEE2774}" type="pres">
      <dgm:prSet presAssocID="{F07A5B6D-83E1-4A94-B3EF-5A034A50B0E8}" presName="sibTrans" presStyleCnt="0"/>
      <dgm:spPr/>
    </dgm:pt>
    <dgm:pt modelId="{76493B69-1758-451C-8B65-4918B4E25CC7}" type="pres">
      <dgm:prSet presAssocID="{323AEBC7-B06A-43ED-A8C3-F9AAB9C3E79A}" presName="node" presStyleLbl="node1" presStyleIdx="8" presStyleCnt="11">
        <dgm:presLayoutVars>
          <dgm:bulletEnabled val="1"/>
        </dgm:presLayoutVars>
      </dgm:prSet>
      <dgm:spPr/>
    </dgm:pt>
    <dgm:pt modelId="{364A4722-D992-4290-B556-6E92FC5F676B}" type="pres">
      <dgm:prSet presAssocID="{B64C4537-400D-4EB1-91E7-C9FCA1345258}" presName="sibTrans" presStyleCnt="0"/>
      <dgm:spPr/>
    </dgm:pt>
    <dgm:pt modelId="{EE2E7C32-5E42-4C17-A0E5-DF4200623AEF}" type="pres">
      <dgm:prSet presAssocID="{B6C4504E-7C2B-4D53-A7DD-A10C79836BAF}" presName="node" presStyleLbl="node1" presStyleIdx="9" presStyleCnt="11">
        <dgm:presLayoutVars>
          <dgm:bulletEnabled val="1"/>
        </dgm:presLayoutVars>
      </dgm:prSet>
      <dgm:spPr/>
    </dgm:pt>
    <dgm:pt modelId="{E573AB4C-BA5B-4377-B993-D9E7F8AC4150}" type="pres">
      <dgm:prSet presAssocID="{2D24A7C7-AD34-4139-AC7B-D20B9F5EAA6C}" presName="sibTrans" presStyleCnt="0"/>
      <dgm:spPr/>
    </dgm:pt>
    <dgm:pt modelId="{7F3D43F8-20BC-470C-AACF-D1766E943A35}" type="pres">
      <dgm:prSet presAssocID="{01DAA8CF-10E0-4D30-9819-54864E39183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7F279306-AE84-49C1-9A97-E1FB4C997654}" srcId="{3B7BB896-2CB5-41A8-9192-C2E40582F142}" destId="{0B1BE04C-A6DF-4A06-975C-40D11F41926D}" srcOrd="5" destOrd="0" parTransId="{962C5684-EA2C-476B-823F-681FB1C4BA02}" sibTransId="{CA8539D1-E8F3-4EE9-9EAE-FEBDD21FF3EF}"/>
    <dgm:cxn modelId="{86D0F115-8A26-48EE-9904-F944D6707F48}" type="presOf" srcId="{0B1BE04C-A6DF-4A06-975C-40D11F41926D}" destId="{3F40EC65-D174-4BED-87AC-38F4F26A33CC}" srcOrd="0" destOrd="0" presId="urn:microsoft.com/office/officeart/2005/8/layout/default"/>
    <dgm:cxn modelId="{C389AA1E-8F73-4D92-8042-6EE598B6C00C}" type="presOf" srcId="{01DAA8CF-10E0-4D30-9819-54864E391839}" destId="{7F3D43F8-20BC-470C-AACF-D1766E943A35}" srcOrd="0" destOrd="0" presId="urn:microsoft.com/office/officeart/2005/8/layout/default"/>
    <dgm:cxn modelId="{2A8F3724-DDBA-42B2-9321-950797932631}" srcId="{3B7BB896-2CB5-41A8-9192-C2E40582F142}" destId="{323AEBC7-B06A-43ED-A8C3-F9AAB9C3E79A}" srcOrd="8" destOrd="0" parTransId="{9982E9F7-91A7-4431-BCEF-5479B4437BEB}" sibTransId="{B64C4537-400D-4EB1-91E7-C9FCA1345258}"/>
    <dgm:cxn modelId="{88A1F82C-9C8A-4CAB-AAE4-A627E1D4B36B}" type="presOf" srcId="{323AEBC7-B06A-43ED-A8C3-F9AAB9C3E79A}" destId="{76493B69-1758-451C-8B65-4918B4E25CC7}" srcOrd="0" destOrd="0" presId="urn:microsoft.com/office/officeart/2005/8/layout/default"/>
    <dgm:cxn modelId="{991BE343-2BD4-4DEC-AC55-390E68DD8C8A}" type="presOf" srcId="{7226ABFF-5BA3-42C8-8612-A55CAF9E9DF7}" destId="{30A514F1-7E4A-45D1-8C9D-6A5FC86A5C81}" srcOrd="0" destOrd="0" presId="urn:microsoft.com/office/officeart/2005/8/layout/default"/>
    <dgm:cxn modelId="{B86A2267-6E0C-4F50-B070-5A955D03B4E4}" type="presOf" srcId="{B6C4504E-7C2B-4D53-A7DD-A10C79836BAF}" destId="{EE2E7C32-5E42-4C17-A0E5-DF4200623AEF}" srcOrd="0" destOrd="0" presId="urn:microsoft.com/office/officeart/2005/8/layout/default"/>
    <dgm:cxn modelId="{D7E1CF74-7DDE-4FD7-B9AC-3E6D498AFBB6}" srcId="{3B7BB896-2CB5-41A8-9192-C2E40582F142}" destId="{7226ABFF-5BA3-42C8-8612-A55CAF9E9DF7}" srcOrd="3" destOrd="0" parTransId="{BBDAD543-D5C4-466C-837E-6BA39E43FC08}" sibTransId="{71A508F5-B8E1-4971-A538-FEDFBB484633}"/>
    <dgm:cxn modelId="{0F68B355-13AA-40F8-BB03-CEA7D6A7D4C4}" srcId="{3B7BB896-2CB5-41A8-9192-C2E40582F142}" destId="{01DAA8CF-10E0-4D30-9819-54864E391839}" srcOrd="10" destOrd="0" parTransId="{B9A12ED6-DB4E-4AA9-A2E9-7008B5B642D3}" sibTransId="{DA8182B4-CEE3-4196-B923-F0E92136E6D4}"/>
    <dgm:cxn modelId="{F1EB017A-F3E2-47FB-BD89-9A8A344AFC31}" type="presOf" srcId="{592D18A7-BDD6-43DA-B47D-D85390281B61}" destId="{EEE7FB62-DF48-4CD6-A048-F32D08355E75}" srcOrd="0" destOrd="0" presId="urn:microsoft.com/office/officeart/2005/8/layout/default"/>
    <dgm:cxn modelId="{7A9DBF5A-BF8C-4D63-87F7-BB0EBE17FBFA}" srcId="{3B7BB896-2CB5-41A8-9192-C2E40582F142}" destId="{B6F27CF6-BF17-407E-9695-E689363DD7E1}" srcOrd="0" destOrd="0" parTransId="{7C287F41-C41B-49EB-AF58-C37D52B36BFB}" sibTransId="{064BCD98-E579-4CC9-8300-EA99B31DA010}"/>
    <dgm:cxn modelId="{B9F3BD87-02D7-4CD4-94DD-7D52B722E74C}" srcId="{3B7BB896-2CB5-41A8-9192-C2E40582F142}" destId="{2A060F70-925D-450A-8A8E-214788103905}" srcOrd="1" destOrd="0" parTransId="{8C69F106-AA0E-439E-B2CA-BD7E26011FF8}" sibTransId="{5626D51C-3EAC-49B3-B8B5-B0A667B7D140}"/>
    <dgm:cxn modelId="{853675A3-91F6-4780-A92F-9697B3DB2A43}" srcId="{3B7BB896-2CB5-41A8-9192-C2E40582F142}" destId="{592D18A7-BDD6-43DA-B47D-D85390281B61}" srcOrd="6" destOrd="0" parTransId="{3C9B63C2-73B8-467E-AB5B-ED0E1DA0B6D0}" sibTransId="{35307810-AC5E-49EA-8760-B512B6D787D0}"/>
    <dgm:cxn modelId="{6EAA0DCA-D4F1-4006-AA21-E78B5668B6A2}" type="presOf" srcId="{7DDBBF1A-9558-4B8A-8F6C-36D05FA5636B}" destId="{65AE94F5-A11E-48A4-BF29-A16C80D3CA15}" srcOrd="0" destOrd="0" presId="urn:microsoft.com/office/officeart/2005/8/layout/default"/>
    <dgm:cxn modelId="{A00D91DB-C96C-4FD6-80F2-69B48CAF2704}" srcId="{3B7BB896-2CB5-41A8-9192-C2E40582F142}" destId="{7DDBBF1A-9558-4B8A-8F6C-36D05FA5636B}" srcOrd="7" destOrd="0" parTransId="{BDDAB109-B0DC-49DD-BB4D-E789C03ECAC8}" sibTransId="{F07A5B6D-83E1-4A94-B3EF-5A034A50B0E8}"/>
    <dgm:cxn modelId="{CEA7D8DF-6AF8-422F-BFC0-F7F7AA0050D5}" srcId="{3B7BB896-2CB5-41A8-9192-C2E40582F142}" destId="{B2F1D262-871B-45CB-BFD6-6863EF066AA6}" srcOrd="4" destOrd="0" parTransId="{4577A2B2-BCD1-4486-8E18-7CC830ADCD65}" sibTransId="{43526380-EE19-4F69-9353-9B0B67075869}"/>
    <dgm:cxn modelId="{F05384E0-485E-48D5-A4FB-28AFF6E90151}" type="presOf" srcId="{B2F1D262-871B-45CB-BFD6-6863EF066AA6}" destId="{7B9B18A3-CA82-459A-9221-FBCC26F42771}" srcOrd="0" destOrd="0" presId="urn:microsoft.com/office/officeart/2005/8/layout/default"/>
    <dgm:cxn modelId="{A56297E4-A856-4CD9-922F-3BEA2E5306B6}" type="presOf" srcId="{3B7BB896-2CB5-41A8-9192-C2E40582F142}" destId="{5D02551B-E23B-4D5B-9684-82D7B2E1F6B5}" srcOrd="0" destOrd="0" presId="urn:microsoft.com/office/officeart/2005/8/layout/default"/>
    <dgm:cxn modelId="{EBCD5EE5-4164-43CE-B41F-E094314524D6}" type="presOf" srcId="{2A060F70-925D-450A-8A8E-214788103905}" destId="{8A9DB6B1-28D7-4B2B-BFDB-D78574D37D0C}" srcOrd="0" destOrd="0" presId="urn:microsoft.com/office/officeart/2005/8/layout/default"/>
    <dgm:cxn modelId="{62C806EB-4BFC-4D73-9AAC-A83452705DEF}" srcId="{3B7BB896-2CB5-41A8-9192-C2E40582F142}" destId="{B6C4504E-7C2B-4D53-A7DD-A10C79836BAF}" srcOrd="9" destOrd="0" parTransId="{F146FD3D-25C2-4D06-9CB0-C4477DA81710}" sibTransId="{2D24A7C7-AD34-4139-AC7B-D20B9F5EAA6C}"/>
    <dgm:cxn modelId="{07244FEE-B95E-48F0-A80F-CA38330C4B18}" type="presOf" srcId="{B6F27CF6-BF17-407E-9695-E689363DD7E1}" destId="{69476F03-0DD2-4DAF-BB67-D18B6CF162AC}" srcOrd="0" destOrd="0" presId="urn:microsoft.com/office/officeart/2005/8/layout/default"/>
    <dgm:cxn modelId="{6B5292F2-94A2-485E-9A71-C10F83A3C1E1}" type="presOf" srcId="{E83A8894-A04B-450D-9ABD-DDFCA88D93EE}" destId="{A78EC4BC-B598-4A1E-BF74-90F600C41F90}" srcOrd="0" destOrd="0" presId="urn:microsoft.com/office/officeart/2005/8/layout/default"/>
    <dgm:cxn modelId="{2B2E04FD-0109-47C7-B886-A1D3647CC3B4}" srcId="{3B7BB896-2CB5-41A8-9192-C2E40582F142}" destId="{E83A8894-A04B-450D-9ABD-DDFCA88D93EE}" srcOrd="2" destOrd="0" parTransId="{CB330BFB-9F6A-4E61-BDA6-83CE343EE3AA}" sibTransId="{296E46D1-36C2-46BE-AC0C-F450DA33DA28}"/>
    <dgm:cxn modelId="{C43679AC-F244-4C5D-BC8A-72EC11D45394}" type="presParOf" srcId="{5D02551B-E23B-4D5B-9684-82D7B2E1F6B5}" destId="{69476F03-0DD2-4DAF-BB67-D18B6CF162AC}" srcOrd="0" destOrd="0" presId="urn:microsoft.com/office/officeart/2005/8/layout/default"/>
    <dgm:cxn modelId="{8FABB403-8AA1-4BC2-BADE-57A277C3D7CE}" type="presParOf" srcId="{5D02551B-E23B-4D5B-9684-82D7B2E1F6B5}" destId="{F59805C9-090A-4A32-A323-63F240C4684A}" srcOrd="1" destOrd="0" presId="urn:microsoft.com/office/officeart/2005/8/layout/default"/>
    <dgm:cxn modelId="{57E93CD6-2469-427F-BF40-26CB42907BBF}" type="presParOf" srcId="{5D02551B-E23B-4D5B-9684-82D7B2E1F6B5}" destId="{8A9DB6B1-28D7-4B2B-BFDB-D78574D37D0C}" srcOrd="2" destOrd="0" presId="urn:microsoft.com/office/officeart/2005/8/layout/default"/>
    <dgm:cxn modelId="{3777E7CB-9675-4AA7-87B7-CC042DDE08F4}" type="presParOf" srcId="{5D02551B-E23B-4D5B-9684-82D7B2E1F6B5}" destId="{93028FC3-6AE0-496F-937F-CE3281855D30}" srcOrd="3" destOrd="0" presId="urn:microsoft.com/office/officeart/2005/8/layout/default"/>
    <dgm:cxn modelId="{1720E1D4-B902-49D6-96CA-7423BEE24368}" type="presParOf" srcId="{5D02551B-E23B-4D5B-9684-82D7B2E1F6B5}" destId="{A78EC4BC-B598-4A1E-BF74-90F600C41F90}" srcOrd="4" destOrd="0" presId="urn:microsoft.com/office/officeart/2005/8/layout/default"/>
    <dgm:cxn modelId="{AB2C5BD9-1607-43F2-8AC4-CF41473B1071}" type="presParOf" srcId="{5D02551B-E23B-4D5B-9684-82D7B2E1F6B5}" destId="{71A960B1-78A6-4C4A-A5B4-3CD2A684A072}" srcOrd="5" destOrd="0" presId="urn:microsoft.com/office/officeart/2005/8/layout/default"/>
    <dgm:cxn modelId="{AA5CD08E-CF2C-431A-8690-D03D924138F7}" type="presParOf" srcId="{5D02551B-E23B-4D5B-9684-82D7B2E1F6B5}" destId="{30A514F1-7E4A-45D1-8C9D-6A5FC86A5C81}" srcOrd="6" destOrd="0" presId="urn:microsoft.com/office/officeart/2005/8/layout/default"/>
    <dgm:cxn modelId="{47F78A7F-10ED-44D1-A2BF-828BE9BF8689}" type="presParOf" srcId="{5D02551B-E23B-4D5B-9684-82D7B2E1F6B5}" destId="{9266F771-BF54-44D6-9073-01FC7AC26A30}" srcOrd="7" destOrd="0" presId="urn:microsoft.com/office/officeart/2005/8/layout/default"/>
    <dgm:cxn modelId="{2BA08F41-F859-439D-8A4C-040B0430BB61}" type="presParOf" srcId="{5D02551B-E23B-4D5B-9684-82D7B2E1F6B5}" destId="{7B9B18A3-CA82-459A-9221-FBCC26F42771}" srcOrd="8" destOrd="0" presId="urn:microsoft.com/office/officeart/2005/8/layout/default"/>
    <dgm:cxn modelId="{CCE4B037-B558-4ECE-BC33-3728792EAE92}" type="presParOf" srcId="{5D02551B-E23B-4D5B-9684-82D7B2E1F6B5}" destId="{7738280D-6ED1-4B0A-A204-2012BCBBAAFC}" srcOrd="9" destOrd="0" presId="urn:microsoft.com/office/officeart/2005/8/layout/default"/>
    <dgm:cxn modelId="{121924CE-67BF-4274-A763-61544A20290F}" type="presParOf" srcId="{5D02551B-E23B-4D5B-9684-82D7B2E1F6B5}" destId="{3F40EC65-D174-4BED-87AC-38F4F26A33CC}" srcOrd="10" destOrd="0" presId="urn:microsoft.com/office/officeart/2005/8/layout/default"/>
    <dgm:cxn modelId="{35021666-7BD2-45BB-BB22-C8C14B013EF5}" type="presParOf" srcId="{5D02551B-E23B-4D5B-9684-82D7B2E1F6B5}" destId="{6FF8D414-F97C-4CA9-BABE-483A219278D7}" srcOrd="11" destOrd="0" presId="urn:microsoft.com/office/officeart/2005/8/layout/default"/>
    <dgm:cxn modelId="{DA1ABDC6-A4D1-4EEA-A576-55B845E1100F}" type="presParOf" srcId="{5D02551B-E23B-4D5B-9684-82D7B2E1F6B5}" destId="{EEE7FB62-DF48-4CD6-A048-F32D08355E75}" srcOrd="12" destOrd="0" presId="urn:microsoft.com/office/officeart/2005/8/layout/default"/>
    <dgm:cxn modelId="{52EFBF23-72C9-43C3-BFE1-31FFE239003F}" type="presParOf" srcId="{5D02551B-E23B-4D5B-9684-82D7B2E1F6B5}" destId="{DE34BDE4-82EA-4E69-A53D-A1C3AC58D8FF}" srcOrd="13" destOrd="0" presId="urn:microsoft.com/office/officeart/2005/8/layout/default"/>
    <dgm:cxn modelId="{4D66D407-1473-4EE8-936C-2FD9FDACB12A}" type="presParOf" srcId="{5D02551B-E23B-4D5B-9684-82D7B2E1F6B5}" destId="{65AE94F5-A11E-48A4-BF29-A16C80D3CA15}" srcOrd="14" destOrd="0" presId="urn:microsoft.com/office/officeart/2005/8/layout/default"/>
    <dgm:cxn modelId="{499E2DF9-7FF4-4718-8121-6D69CD56EDCC}" type="presParOf" srcId="{5D02551B-E23B-4D5B-9684-82D7B2E1F6B5}" destId="{655C8236-3BFA-47C1-A6A4-816A4CEE2774}" srcOrd="15" destOrd="0" presId="urn:microsoft.com/office/officeart/2005/8/layout/default"/>
    <dgm:cxn modelId="{B9531884-A023-45FB-91E0-63EE3E9BDFE8}" type="presParOf" srcId="{5D02551B-E23B-4D5B-9684-82D7B2E1F6B5}" destId="{76493B69-1758-451C-8B65-4918B4E25CC7}" srcOrd="16" destOrd="0" presId="urn:microsoft.com/office/officeart/2005/8/layout/default"/>
    <dgm:cxn modelId="{2E640B5F-CD08-413C-9F9B-FF3A3642DDC6}" type="presParOf" srcId="{5D02551B-E23B-4D5B-9684-82D7B2E1F6B5}" destId="{364A4722-D992-4290-B556-6E92FC5F676B}" srcOrd="17" destOrd="0" presId="urn:microsoft.com/office/officeart/2005/8/layout/default"/>
    <dgm:cxn modelId="{B54423BA-14F5-41E5-85FC-AC20AD552429}" type="presParOf" srcId="{5D02551B-E23B-4D5B-9684-82D7B2E1F6B5}" destId="{EE2E7C32-5E42-4C17-A0E5-DF4200623AEF}" srcOrd="18" destOrd="0" presId="urn:microsoft.com/office/officeart/2005/8/layout/default"/>
    <dgm:cxn modelId="{AB10F13F-E642-41D0-8778-0E6506551E9A}" type="presParOf" srcId="{5D02551B-E23B-4D5B-9684-82D7B2E1F6B5}" destId="{E573AB4C-BA5B-4377-B993-D9E7F8AC4150}" srcOrd="19" destOrd="0" presId="urn:microsoft.com/office/officeart/2005/8/layout/default"/>
    <dgm:cxn modelId="{252C26FA-648D-453F-8C49-59AB7604E17D}" type="presParOf" srcId="{5D02551B-E23B-4D5B-9684-82D7B2E1F6B5}" destId="{7F3D43F8-20BC-470C-AACF-D1766E943A35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A5157A-8EE7-411B-B16E-C68201DEDBC7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8BE1FCF-FBF1-4D6E-B646-44B6880AEFCF}">
      <dgm:prSet/>
      <dgm:spPr/>
      <dgm:t>
        <a:bodyPr/>
        <a:lstStyle/>
        <a:p>
          <a:r>
            <a:rPr lang="en-US"/>
            <a:t>test_bronze_idempotency.py  — double-run = same row count</a:t>
          </a:r>
        </a:p>
      </dgm:t>
    </dgm:pt>
    <dgm:pt modelId="{203074A7-2989-44C3-9C47-BBEA5E889C17}" type="parTrans" cxnId="{6C533AC0-8723-4140-8901-C067222DCD17}">
      <dgm:prSet/>
      <dgm:spPr/>
      <dgm:t>
        <a:bodyPr/>
        <a:lstStyle/>
        <a:p>
          <a:endParaRPr lang="en-US"/>
        </a:p>
      </dgm:t>
    </dgm:pt>
    <dgm:pt modelId="{FFB97708-8838-4267-A90E-741647287C76}" type="sibTrans" cxnId="{6C533AC0-8723-4140-8901-C067222DCD17}">
      <dgm:prSet/>
      <dgm:spPr/>
      <dgm:t>
        <a:bodyPr/>
        <a:lstStyle/>
        <a:p>
          <a:endParaRPr lang="en-US"/>
        </a:p>
      </dgm:t>
    </dgm:pt>
    <dgm:pt modelId="{1BDCDBC1-7470-4E68-B3E3-68D66A354544}">
      <dgm:prSet/>
      <dgm:spPr/>
      <dgm:t>
        <a:bodyPr/>
        <a:lstStyle/>
        <a:p>
          <a:r>
            <a:rPr lang="en-US"/>
            <a:t>test_bronze_schema.py       — bad file skipped, no crash</a:t>
          </a:r>
        </a:p>
      </dgm:t>
    </dgm:pt>
    <dgm:pt modelId="{C2442C4D-F146-4E35-83F0-1D3DB2CA43FE}" type="parTrans" cxnId="{99C21FE7-E350-4D7B-9E8A-13F3275C4BCC}">
      <dgm:prSet/>
      <dgm:spPr/>
      <dgm:t>
        <a:bodyPr/>
        <a:lstStyle/>
        <a:p>
          <a:endParaRPr lang="en-US"/>
        </a:p>
      </dgm:t>
    </dgm:pt>
    <dgm:pt modelId="{288AA04E-1771-425C-B0E8-5D0D38D216D7}" type="sibTrans" cxnId="{99C21FE7-E350-4D7B-9E8A-13F3275C4BCC}">
      <dgm:prSet/>
      <dgm:spPr/>
      <dgm:t>
        <a:bodyPr/>
        <a:lstStyle/>
        <a:p>
          <a:endParaRPr lang="en-US"/>
        </a:p>
      </dgm:t>
    </dgm:pt>
    <dgm:pt modelId="{912F9DC2-3052-4B02-9B1C-068448D417B0}">
      <dgm:prSet/>
      <dgm:spPr/>
      <dgm:t>
        <a:bodyPr/>
        <a:lstStyle/>
        <a:p>
          <a:r>
            <a:rPr lang="en-US"/>
            <a:t>test_bronze_metadata.py     — ingest_ts, run_id, hash present</a:t>
          </a:r>
        </a:p>
      </dgm:t>
    </dgm:pt>
    <dgm:pt modelId="{C94CE808-B371-4A06-9203-CDC4E455156F}" type="parTrans" cxnId="{6F333DD9-5625-472F-82F7-5C2935421445}">
      <dgm:prSet/>
      <dgm:spPr/>
      <dgm:t>
        <a:bodyPr/>
        <a:lstStyle/>
        <a:p>
          <a:endParaRPr lang="en-US"/>
        </a:p>
      </dgm:t>
    </dgm:pt>
    <dgm:pt modelId="{D39FD654-8598-4A5B-AF2B-177B9AB659F5}" type="sibTrans" cxnId="{6F333DD9-5625-472F-82F7-5C2935421445}">
      <dgm:prSet/>
      <dgm:spPr/>
      <dgm:t>
        <a:bodyPr/>
        <a:lstStyle/>
        <a:p>
          <a:endParaRPr lang="en-US"/>
        </a:p>
      </dgm:t>
    </dgm:pt>
    <dgm:pt modelId="{8B3572B1-5BA7-4568-A4FE-6CD2BE6C9025}">
      <dgm:prSet/>
      <dgm:spPr/>
      <dgm:t>
        <a:bodyPr/>
        <a:lstStyle/>
        <a:p>
          <a:r>
            <a:rPr lang="en-US"/>
            <a:t>test_gold_approval_rate.py  — 0.0 for all-DECLINED, None for div/zero</a:t>
          </a:r>
        </a:p>
      </dgm:t>
    </dgm:pt>
    <dgm:pt modelId="{C501BFD3-C104-48CD-99BF-564FCBB885DA}" type="parTrans" cxnId="{292E4AF6-DE04-4AE5-AE99-96B0B1FE4620}">
      <dgm:prSet/>
      <dgm:spPr/>
      <dgm:t>
        <a:bodyPr/>
        <a:lstStyle/>
        <a:p>
          <a:endParaRPr lang="en-US"/>
        </a:p>
      </dgm:t>
    </dgm:pt>
    <dgm:pt modelId="{E5365EA7-0EC5-478A-B5F3-93C5C7E87299}" type="sibTrans" cxnId="{292E4AF6-DE04-4AE5-AE99-96B0B1FE4620}">
      <dgm:prSet/>
      <dgm:spPr/>
      <dgm:t>
        <a:bodyPr/>
        <a:lstStyle/>
        <a:p>
          <a:endParaRPr lang="en-US"/>
        </a:p>
      </dgm:t>
    </dgm:pt>
    <dgm:pt modelId="{7C9260B2-104B-4C70-8A45-88E9CCB3246C}">
      <dgm:prSet/>
      <dgm:spPr/>
      <dgm:t>
        <a:bodyPr/>
        <a:lstStyle/>
        <a:p>
          <a:r>
            <a:rPr lang="en-US"/>
            <a:t>test_gold_grain.py          — correct row count at grain</a:t>
          </a:r>
        </a:p>
      </dgm:t>
    </dgm:pt>
    <dgm:pt modelId="{E3873ED4-DE7E-4AD8-B38B-F29DCFB33C27}" type="parTrans" cxnId="{A92DEBF4-41A1-4E9E-8559-E4F01CAD7BFD}">
      <dgm:prSet/>
      <dgm:spPr/>
      <dgm:t>
        <a:bodyPr/>
        <a:lstStyle/>
        <a:p>
          <a:endParaRPr lang="en-US"/>
        </a:p>
      </dgm:t>
    </dgm:pt>
    <dgm:pt modelId="{D86823FA-D9E8-4000-9235-CA0CBD87689F}" type="sibTrans" cxnId="{A92DEBF4-41A1-4E9E-8559-E4F01CAD7BFD}">
      <dgm:prSet/>
      <dgm:spPr/>
      <dgm:t>
        <a:bodyPr/>
        <a:lstStyle/>
        <a:p>
          <a:endParaRPr lang="en-US"/>
        </a:p>
      </dgm:t>
    </dgm:pt>
    <dgm:pt modelId="{DE1AB6F2-7443-447C-B2F6-58B363E31FCE}">
      <dgm:prSet/>
      <dgm:spPr/>
      <dgm:t>
        <a:bodyPr/>
        <a:lstStyle/>
        <a:p>
          <a:r>
            <a:rPr lang="en-US"/>
            <a:t>test_manifest_writer.py     — manifest JSON structure valid</a:t>
          </a:r>
        </a:p>
      </dgm:t>
    </dgm:pt>
    <dgm:pt modelId="{0D9E21B7-B236-4000-AF53-BD092B35805B}" type="parTrans" cxnId="{455E26D4-2381-47A3-821C-466D02FFB50A}">
      <dgm:prSet/>
      <dgm:spPr/>
      <dgm:t>
        <a:bodyPr/>
        <a:lstStyle/>
        <a:p>
          <a:endParaRPr lang="en-US"/>
        </a:p>
      </dgm:t>
    </dgm:pt>
    <dgm:pt modelId="{F1CE92F2-6F19-4E24-BDA8-42ABDF4A463D}" type="sibTrans" cxnId="{455E26D4-2381-47A3-821C-466D02FFB50A}">
      <dgm:prSet/>
      <dgm:spPr/>
      <dgm:t>
        <a:bodyPr/>
        <a:lstStyle/>
        <a:p>
          <a:endParaRPr lang="en-US"/>
        </a:p>
      </dgm:t>
    </dgm:pt>
    <dgm:pt modelId="{D6209058-A14E-4B47-ACCA-EA82AF0B9EFC}">
      <dgm:prSet/>
      <dgm:spPr/>
      <dgm:t>
        <a:bodyPr/>
        <a:lstStyle/>
        <a:p>
          <a:r>
            <a:rPr lang="en-US"/>
            <a:t>Run: pytest tests/ -v --cov=src --cov-report=term-missing</a:t>
          </a:r>
        </a:p>
      </dgm:t>
    </dgm:pt>
    <dgm:pt modelId="{39B0917C-E3F0-4E12-AB54-7438D795A574}" type="parTrans" cxnId="{6F61A7E6-6564-4F0E-B638-8FA8622EEE12}">
      <dgm:prSet/>
      <dgm:spPr/>
      <dgm:t>
        <a:bodyPr/>
        <a:lstStyle/>
        <a:p>
          <a:endParaRPr lang="en-US"/>
        </a:p>
      </dgm:t>
    </dgm:pt>
    <dgm:pt modelId="{B3E179A5-ACDB-4A2B-AD27-41B748F012FE}" type="sibTrans" cxnId="{6F61A7E6-6564-4F0E-B638-8FA8622EEE12}">
      <dgm:prSet/>
      <dgm:spPr/>
      <dgm:t>
        <a:bodyPr/>
        <a:lstStyle/>
        <a:p>
          <a:endParaRPr lang="en-US"/>
        </a:p>
      </dgm:t>
    </dgm:pt>
    <dgm:pt modelId="{4C6149DD-B3BC-4321-840B-8FDCF678DE2A}" type="pres">
      <dgm:prSet presAssocID="{21A5157A-8EE7-411B-B16E-C68201DEDBC7}" presName="diagram" presStyleCnt="0">
        <dgm:presLayoutVars>
          <dgm:dir/>
          <dgm:resizeHandles val="exact"/>
        </dgm:presLayoutVars>
      </dgm:prSet>
      <dgm:spPr/>
    </dgm:pt>
    <dgm:pt modelId="{C7FFCC79-80E4-4E58-BD2F-D498B989778F}" type="pres">
      <dgm:prSet presAssocID="{38BE1FCF-FBF1-4D6E-B646-44B6880AEFCF}" presName="node" presStyleLbl="node1" presStyleIdx="0" presStyleCnt="7">
        <dgm:presLayoutVars>
          <dgm:bulletEnabled val="1"/>
        </dgm:presLayoutVars>
      </dgm:prSet>
      <dgm:spPr/>
    </dgm:pt>
    <dgm:pt modelId="{1C846991-C51C-410E-A64F-122225DACE13}" type="pres">
      <dgm:prSet presAssocID="{FFB97708-8838-4267-A90E-741647287C76}" presName="sibTrans" presStyleCnt="0"/>
      <dgm:spPr/>
    </dgm:pt>
    <dgm:pt modelId="{0F7A18B7-BE9C-41DA-8A1F-8665D7EB5170}" type="pres">
      <dgm:prSet presAssocID="{1BDCDBC1-7470-4E68-B3E3-68D66A354544}" presName="node" presStyleLbl="node1" presStyleIdx="1" presStyleCnt="7">
        <dgm:presLayoutVars>
          <dgm:bulletEnabled val="1"/>
        </dgm:presLayoutVars>
      </dgm:prSet>
      <dgm:spPr/>
    </dgm:pt>
    <dgm:pt modelId="{3ACEFD3E-23AD-4F2C-B4D4-7EC381596ECD}" type="pres">
      <dgm:prSet presAssocID="{288AA04E-1771-425C-B0E8-5D0D38D216D7}" presName="sibTrans" presStyleCnt="0"/>
      <dgm:spPr/>
    </dgm:pt>
    <dgm:pt modelId="{AFF46BCD-34D3-4A82-8CD5-9CA43574F320}" type="pres">
      <dgm:prSet presAssocID="{912F9DC2-3052-4B02-9B1C-068448D417B0}" presName="node" presStyleLbl="node1" presStyleIdx="2" presStyleCnt="7">
        <dgm:presLayoutVars>
          <dgm:bulletEnabled val="1"/>
        </dgm:presLayoutVars>
      </dgm:prSet>
      <dgm:spPr/>
    </dgm:pt>
    <dgm:pt modelId="{295FD3C1-19C2-4146-8EA1-5173ED1D5232}" type="pres">
      <dgm:prSet presAssocID="{D39FD654-8598-4A5B-AF2B-177B9AB659F5}" presName="sibTrans" presStyleCnt="0"/>
      <dgm:spPr/>
    </dgm:pt>
    <dgm:pt modelId="{BDB5465B-6879-4C57-912A-2B98D9D13429}" type="pres">
      <dgm:prSet presAssocID="{8B3572B1-5BA7-4568-A4FE-6CD2BE6C9025}" presName="node" presStyleLbl="node1" presStyleIdx="3" presStyleCnt="7">
        <dgm:presLayoutVars>
          <dgm:bulletEnabled val="1"/>
        </dgm:presLayoutVars>
      </dgm:prSet>
      <dgm:spPr/>
    </dgm:pt>
    <dgm:pt modelId="{EE07B128-5622-4A68-9760-BEA8C76087C1}" type="pres">
      <dgm:prSet presAssocID="{E5365EA7-0EC5-478A-B5F3-93C5C7E87299}" presName="sibTrans" presStyleCnt="0"/>
      <dgm:spPr/>
    </dgm:pt>
    <dgm:pt modelId="{43314619-FF1C-492E-BEF6-EB382288C346}" type="pres">
      <dgm:prSet presAssocID="{7C9260B2-104B-4C70-8A45-88E9CCB3246C}" presName="node" presStyleLbl="node1" presStyleIdx="4" presStyleCnt="7">
        <dgm:presLayoutVars>
          <dgm:bulletEnabled val="1"/>
        </dgm:presLayoutVars>
      </dgm:prSet>
      <dgm:spPr/>
    </dgm:pt>
    <dgm:pt modelId="{93760AE4-4AAC-4DBF-8321-ECA9553D1D1B}" type="pres">
      <dgm:prSet presAssocID="{D86823FA-D9E8-4000-9235-CA0CBD87689F}" presName="sibTrans" presStyleCnt="0"/>
      <dgm:spPr/>
    </dgm:pt>
    <dgm:pt modelId="{99461C26-E7C1-482A-B7A8-D0540D50BB3C}" type="pres">
      <dgm:prSet presAssocID="{DE1AB6F2-7443-447C-B2F6-58B363E31FCE}" presName="node" presStyleLbl="node1" presStyleIdx="5" presStyleCnt="7">
        <dgm:presLayoutVars>
          <dgm:bulletEnabled val="1"/>
        </dgm:presLayoutVars>
      </dgm:prSet>
      <dgm:spPr/>
    </dgm:pt>
    <dgm:pt modelId="{D6B51F7A-16F0-4EF2-BC0D-0C96250E1FF9}" type="pres">
      <dgm:prSet presAssocID="{F1CE92F2-6F19-4E24-BDA8-42ABDF4A463D}" presName="sibTrans" presStyleCnt="0"/>
      <dgm:spPr/>
    </dgm:pt>
    <dgm:pt modelId="{0D0BAE15-8728-4D71-8340-E7F286A1BEE2}" type="pres">
      <dgm:prSet presAssocID="{D6209058-A14E-4B47-ACCA-EA82AF0B9EFC}" presName="node" presStyleLbl="node1" presStyleIdx="6" presStyleCnt="7">
        <dgm:presLayoutVars>
          <dgm:bulletEnabled val="1"/>
        </dgm:presLayoutVars>
      </dgm:prSet>
      <dgm:spPr/>
    </dgm:pt>
  </dgm:ptLst>
  <dgm:cxnLst>
    <dgm:cxn modelId="{F91E9C07-CF1E-445A-80BC-66924F454580}" type="presOf" srcId="{7C9260B2-104B-4C70-8A45-88E9CCB3246C}" destId="{43314619-FF1C-492E-BEF6-EB382288C346}" srcOrd="0" destOrd="0" presId="urn:microsoft.com/office/officeart/2005/8/layout/default"/>
    <dgm:cxn modelId="{4C43D33C-DCDC-4872-BE85-E6F682FA6102}" type="presOf" srcId="{912F9DC2-3052-4B02-9B1C-068448D417B0}" destId="{AFF46BCD-34D3-4A82-8CD5-9CA43574F320}" srcOrd="0" destOrd="0" presId="urn:microsoft.com/office/officeart/2005/8/layout/default"/>
    <dgm:cxn modelId="{E3D60441-BB4B-45D3-885B-6E6F1415991A}" type="presOf" srcId="{21A5157A-8EE7-411B-B16E-C68201DEDBC7}" destId="{4C6149DD-B3BC-4321-840B-8FDCF678DE2A}" srcOrd="0" destOrd="0" presId="urn:microsoft.com/office/officeart/2005/8/layout/default"/>
    <dgm:cxn modelId="{CF740F6F-9DD5-4B07-8290-46A2563A677B}" type="presOf" srcId="{DE1AB6F2-7443-447C-B2F6-58B363E31FCE}" destId="{99461C26-E7C1-482A-B7A8-D0540D50BB3C}" srcOrd="0" destOrd="0" presId="urn:microsoft.com/office/officeart/2005/8/layout/default"/>
    <dgm:cxn modelId="{918FB370-E6E8-4832-A38E-EBD44FA028D1}" type="presOf" srcId="{38BE1FCF-FBF1-4D6E-B646-44B6880AEFCF}" destId="{C7FFCC79-80E4-4E58-BD2F-D498B989778F}" srcOrd="0" destOrd="0" presId="urn:microsoft.com/office/officeart/2005/8/layout/default"/>
    <dgm:cxn modelId="{3EAFAC52-713A-45C0-915A-8C01A5A5106A}" type="presOf" srcId="{D6209058-A14E-4B47-ACCA-EA82AF0B9EFC}" destId="{0D0BAE15-8728-4D71-8340-E7F286A1BEE2}" srcOrd="0" destOrd="0" presId="urn:microsoft.com/office/officeart/2005/8/layout/default"/>
    <dgm:cxn modelId="{64BA5878-B6CA-4DB9-8B01-D07A2B34F3DD}" type="presOf" srcId="{8B3572B1-5BA7-4568-A4FE-6CD2BE6C9025}" destId="{BDB5465B-6879-4C57-912A-2B98D9D13429}" srcOrd="0" destOrd="0" presId="urn:microsoft.com/office/officeart/2005/8/layout/default"/>
    <dgm:cxn modelId="{24829E7B-E347-4ADB-B906-44025EEC1259}" type="presOf" srcId="{1BDCDBC1-7470-4E68-B3E3-68D66A354544}" destId="{0F7A18B7-BE9C-41DA-8A1F-8665D7EB5170}" srcOrd="0" destOrd="0" presId="urn:microsoft.com/office/officeart/2005/8/layout/default"/>
    <dgm:cxn modelId="{6C533AC0-8723-4140-8901-C067222DCD17}" srcId="{21A5157A-8EE7-411B-B16E-C68201DEDBC7}" destId="{38BE1FCF-FBF1-4D6E-B646-44B6880AEFCF}" srcOrd="0" destOrd="0" parTransId="{203074A7-2989-44C3-9C47-BBEA5E889C17}" sibTransId="{FFB97708-8838-4267-A90E-741647287C76}"/>
    <dgm:cxn modelId="{455E26D4-2381-47A3-821C-466D02FFB50A}" srcId="{21A5157A-8EE7-411B-B16E-C68201DEDBC7}" destId="{DE1AB6F2-7443-447C-B2F6-58B363E31FCE}" srcOrd="5" destOrd="0" parTransId="{0D9E21B7-B236-4000-AF53-BD092B35805B}" sibTransId="{F1CE92F2-6F19-4E24-BDA8-42ABDF4A463D}"/>
    <dgm:cxn modelId="{6F333DD9-5625-472F-82F7-5C2935421445}" srcId="{21A5157A-8EE7-411B-B16E-C68201DEDBC7}" destId="{912F9DC2-3052-4B02-9B1C-068448D417B0}" srcOrd="2" destOrd="0" parTransId="{C94CE808-B371-4A06-9203-CDC4E455156F}" sibTransId="{D39FD654-8598-4A5B-AF2B-177B9AB659F5}"/>
    <dgm:cxn modelId="{6F61A7E6-6564-4F0E-B638-8FA8622EEE12}" srcId="{21A5157A-8EE7-411B-B16E-C68201DEDBC7}" destId="{D6209058-A14E-4B47-ACCA-EA82AF0B9EFC}" srcOrd="6" destOrd="0" parTransId="{39B0917C-E3F0-4E12-AB54-7438D795A574}" sibTransId="{B3E179A5-ACDB-4A2B-AD27-41B748F012FE}"/>
    <dgm:cxn modelId="{99C21FE7-E350-4D7B-9E8A-13F3275C4BCC}" srcId="{21A5157A-8EE7-411B-B16E-C68201DEDBC7}" destId="{1BDCDBC1-7470-4E68-B3E3-68D66A354544}" srcOrd="1" destOrd="0" parTransId="{C2442C4D-F146-4E35-83F0-1D3DB2CA43FE}" sibTransId="{288AA04E-1771-425C-B0E8-5D0D38D216D7}"/>
    <dgm:cxn modelId="{A92DEBF4-41A1-4E9E-8559-E4F01CAD7BFD}" srcId="{21A5157A-8EE7-411B-B16E-C68201DEDBC7}" destId="{7C9260B2-104B-4C70-8A45-88E9CCB3246C}" srcOrd="4" destOrd="0" parTransId="{E3873ED4-DE7E-4AD8-B38B-F29DCFB33C27}" sibTransId="{D86823FA-D9E8-4000-9235-CA0CBD87689F}"/>
    <dgm:cxn modelId="{292E4AF6-DE04-4AE5-AE99-96B0B1FE4620}" srcId="{21A5157A-8EE7-411B-B16E-C68201DEDBC7}" destId="{8B3572B1-5BA7-4568-A4FE-6CD2BE6C9025}" srcOrd="3" destOrd="0" parTransId="{C501BFD3-C104-48CD-99BF-564FCBB885DA}" sibTransId="{E5365EA7-0EC5-478A-B5F3-93C5C7E87299}"/>
    <dgm:cxn modelId="{07DDC873-B7EE-4812-AB17-51C8B69D16CD}" type="presParOf" srcId="{4C6149DD-B3BC-4321-840B-8FDCF678DE2A}" destId="{C7FFCC79-80E4-4E58-BD2F-D498B989778F}" srcOrd="0" destOrd="0" presId="urn:microsoft.com/office/officeart/2005/8/layout/default"/>
    <dgm:cxn modelId="{E711E8EF-87F7-418B-9BD3-907FF2AC3EBB}" type="presParOf" srcId="{4C6149DD-B3BC-4321-840B-8FDCF678DE2A}" destId="{1C846991-C51C-410E-A64F-122225DACE13}" srcOrd="1" destOrd="0" presId="urn:microsoft.com/office/officeart/2005/8/layout/default"/>
    <dgm:cxn modelId="{113F2046-C658-424B-8A4E-0DEB189464A9}" type="presParOf" srcId="{4C6149DD-B3BC-4321-840B-8FDCF678DE2A}" destId="{0F7A18B7-BE9C-41DA-8A1F-8665D7EB5170}" srcOrd="2" destOrd="0" presId="urn:microsoft.com/office/officeart/2005/8/layout/default"/>
    <dgm:cxn modelId="{36822AD9-A6CE-42B7-BE67-7EC278447AEB}" type="presParOf" srcId="{4C6149DD-B3BC-4321-840B-8FDCF678DE2A}" destId="{3ACEFD3E-23AD-4F2C-B4D4-7EC381596ECD}" srcOrd="3" destOrd="0" presId="urn:microsoft.com/office/officeart/2005/8/layout/default"/>
    <dgm:cxn modelId="{D40B9517-67E3-46C0-B760-E6F99E8E9571}" type="presParOf" srcId="{4C6149DD-B3BC-4321-840B-8FDCF678DE2A}" destId="{AFF46BCD-34D3-4A82-8CD5-9CA43574F320}" srcOrd="4" destOrd="0" presId="urn:microsoft.com/office/officeart/2005/8/layout/default"/>
    <dgm:cxn modelId="{2B6F0396-1C62-4C86-9D8C-2C98E9157045}" type="presParOf" srcId="{4C6149DD-B3BC-4321-840B-8FDCF678DE2A}" destId="{295FD3C1-19C2-4146-8EA1-5173ED1D5232}" srcOrd="5" destOrd="0" presId="urn:microsoft.com/office/officeart/2005/8/layout/default"/>
    <dgm:cxn modelId="{DE58B79B-66CA-454A-A479-6AB46125656E}" type="presParOf" srcId="{4C6149DD-B3BC-4321-840B-8FDCF678DE2A}" destId="{BDB5465B-6879-4C57-912A-2B98D9D13429}" srcOrd="6" destOrd="0" presId="urn:microsoft.com/office/officeart/2005/8/layout/default"/>
    <dgm:cxn modelId="{57507C43-4F08-4EA2-92B3-568E14FF2A8A}" type="presParOf" srcId="{4C6149DD-B3BC-4321-840B-8FDCF678DE2A}" destId="{EE07B128-5622-4A68-9760-BEA8C76087C1}" srcOrd="7" destOrd="0" presId="urn:microsoft.com/office/officeart/2005/8/layout/default"/>
    <dgm:cxn modelId="{83CFAF0F-305B-468E-9610-B1567AA3CBE2}" type="presParOf" srcId="{4C6149DD-B3BC-4321-840B-8FDCF678DE2A}" destId="{43314619-FF1C-492E-BEF6-EB382288C346}" srcOrd="8" destOrd="0" presId="urn:microsoft.com/office/officeart/2005/8/layout/default"/>
    <dgm:cxn modelId="{F6F6E707-CA11-475C-84C8-C789BFE6E43F}" type="presParOf" srcId="{4C6149DD-B3BC-4321-840B-8FDCF678DE2A}" destId="{93760AE4-4AAC-4DBF-8321-ECA9553D1D1B}" srcOrd="9" destOrd="0" presId="urn:microsoft.com/office/officeart/2005/8/layout/default"/>
    <dgm:cxn modelId="{03CEF5D4-9B87-413E-A0BE-F471DF275A8C}" type="presParOf" srcId="{4C6149DD-B3BC-4321-840B-8FDCF678DE2A}" destId="{99461C26-E7C1-482A-B7A8-D0540D50BB3C}" srcOrd="10" destOrd="0" presId="urn:microsoft.com/office/officeart/2005/8/layout/default"/>
    <dgm:cxn modelId="{D9F487D2-DCCF-4279-8EFB-87D5402209A3}" type="presParOf" srcId="{4C6149DD-B3BC-4321-840B-8FDCF678DE2A}" destId="{D6B51F7A-16F0-4EF2-BC0D-0C96250E1FF9}" srcOrd="11" destOrd="0" presId="urn:microsoft.com/office/officeart/2005/8/layout/default"/>
    <dgm:cxn modelId="{990A6561-2943-40BB-9226-242F2880AAD2}" type="presParOf" srcId="{4C6149DD-B3BC-4321-840B-8FDCF678DE2A}" destId="{0D0BAE15-8728-4D71-8340-E7F286A1BEE2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544E8-52B5-4940-9E14-2F5D438F0B8D}">
      <dsp:nvSpPr>
        <dsp:cNvPr id="0" name=""/>
        <dsp:cNvSpPr/>
      </dsp:nvSpPr>
      <dsp:spPr>
        <a:xfrm>
          <a:off x="582493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src/common/  — Shared, reusable across ANY dataset:</a:t>
          </a:r>
        </a:p>
      </dsp:txBody>
      <dsp:txXfrm>
        <a:off x="582493" y="1744"/>
        <a:ext cx="2173924" cy="1304354"/>
      </dsp:txXfrm>
    </dsp:sp>
    <dsp:sp modelId="{3B097698-0AEB-4A16-8BF6-C142D20A1842}">
      <dsp:nvSpPr>
        <dsp:cNvPr id="0" name=""/>
        <dsp:cNvSpPr/>
      </dsp:nvSpPr>
      <dsp:spPr>
        <a:xfrm>
          <a:off x="2973810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schema_validator.py   — works for payments AND merchants</a:t>
          </a:r>
        </a:p>
      </dsp:txBody>
      <dsp:txXfrm>
        <a:off x="2973810" y="1744"/>
        <a:ext cx="2173924" cy="1304354"/>
      </dsp:txXfrm>
    </dsp:sp>
    <dsp:sp modelId="{EECE809E-8974-43FE-B7DB-467C29CBF480}">
      <dsp:nvSpPr>
        <dsp:cNvPr id="0" name=""/>
        <dsp:cNvSpPr/>
      </dsp:nvSpPr>
      <dsp:spPr>
        <a:xfrm>
          <a:off x="5365127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metadata_enricher.py  — composable on any DataFrame</a:t>
          </a:r>
        </a:p>
      </dsp:txBody>
      <dsp:txXfrm>
        <a:off x="5365127" y="1744"/>
        <a:ext cx="2173924" cy="1304354"/>
      </dsp:txXfrm>
    </dsp:sp>
    <dsp:sp modelId="{F1355215-CB28-4BF2-BE23-1E8FEC7C003A}">
      <dsp:nvSpPr>
        <dsp:cNvPr id="0" name=""/>
        <dsp:cNvSpPr/>
      </dsp:nvSpPr>
      <dsp:spPr>
        <a:xfrm>
          <a:off x="7756443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observability.py      — structured JSON run reports</a:t>
          </a:r>
        </a:p>
      </dsp:txBody>
      <dsp:txXfrm>
        <a:off x="7756443" y="1744"/>
        <a:ext cx="2173924" cy="1304354"/>
      </dsp:txXfrm>
    </dsp:sp>
    <dsp:sp modelId="{44DD2ED3-E29A-4E5D-9BCB-D9F78BD935ED}">
      <dsp:nvSpPr>
        <dsp:cNvPr id="0" name=""/>
        <dsp:cNvSpPr/>
      </dsp:nvSpPr>
      <dsp:spPr>
        <a:xfrm>
          <a:off x="582493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config_loader.py      — YAML-driven, zero hardcoding</a:t>
          </a:r>
        </a:p>
      </dsp:txBody>
      <dsp:txXfrm>
        <a:off x="582493" y="1523491"/>
        <a:ext cx="2173924" cy="1304354"/>
      </dsp:txXfrm>
    </dsp:sp>
    <dsp:sp modelId="{F7A8B0B1-775C-486C-B9DE-6AE6D4AFCA3D}">
      <dsp:nvSpPr>
        <dsp:cNvPr id="0" name=""/>
        <dsp:cNvSpPr/>
      </dsp:nvSpPr>
      <dsp:spPr>
        <a:xfrm>
          <a:off x="2973810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src/bronze/  — Ingestion logic separated from I/O:</a:t>
          </a:r>
        </a:p>
      </dsp:txBody>
      <dsp:txXfrm>
        <a:off x="2973810" y="1523491"/>
        <a:ext cx="2173924" cy="1304354"/>
      </dsp:txXfrm>
    </dsp:sp>
    <dsp:sp modelId="{E6EE0D56-0256-43BC-B820-AFF7F4170A19}">
      <dsp:nvSpPr>
        <dsp:cNvPr id="0" name=""/>
        <dsp:cNvSpPr/>
      </dsp:nvSpPr>
      <dsp:spPr>
        <a:xfrm>
          <a:off x="5365127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reader.py (I/O) vs ingestion.py (logic) vs deduplicator.py</a:t>
          </a:r>
        </a:p>
      </dsp:txBody>
      <dsp:txXfrm>
        <a:off x="5365127" y="1523491"/>
        <a:ext cx="2173924" cy="1304354"/>
      </dsp:txXfrm>
    </dsp:sp>
    <dsp:sp modelId="{1D688B20-66EA-4105-A1B9-002ECC966990}">
      <dsp:nvSpPr>
        <dsp:cNvPr id="0" name=""/>
        <dsp:cNvSpPr/>
      </dsp:nvSpPr>
      <dsp:spPr>
        <a:xfrm>
          <a:off x="7756443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src/gold/  — Readable SQL, reusable aggregations:</a:t>
          </a:r>
        </a:p>
      </dsp:txBody>
      <dsp:txXfrm>
        <a:off x="7756443" y="1523491"/>
        <a:ext cx="2173924" cy="1304354"/>
      </dsp:txXfrm>
    </dsp:sp>
    <dsp:sp modelId="{287776A1-E760-4EC0-809D-CB4154A1785B}">
      <dsp:nvSpPr>
        <dsp:cNvPr id="0" name=""/>
        <dsp:cNvSpPr/>
      </dsp:nvSpPr>
      <dsp:spPr>
        <a:xfrm>
          <a:off x="2973810" y="3045238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aggregations.py (parameterised window_days=N)</a:t>
          </a:r>
        </a:p>
      </dsp:txBody>
      <dsp:txXfrm>
        <a:off x="2973810" y="3045238"/>
        <a:ext cx="2173924" cy="1304354"/>
      </dsp:txXfrm>
    </dsp:sp>
    <dsp:sp modelId="{B020D1F7-70C1-4E25-A264-D5D9999BB81F}">
      <dsp:nvSpPr>
        <dsp:cNvPr id="0" name=""/>
        <dsp:cNvSpPr/>
      </dsp:nvSpPr>
      <dsp:spPr>
        <a:xfrm>
          <a:off x="5365127" y="3045238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pipeline.py + output schema assertion post-build</a:t>
          </a:r>
        </a:p>
      </dsp:txBody>
      <dsp:txXfrm>
        <a:off x="5365127" y="3045238"/>
        <a:ext cx="2173924" cy="1304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76F03-0DD2-4DAF-BB67-D18B6CF162AC}">
      <dsp:nvSpPr>
        <dsp:cNvPr id="0" name=""/>
        <dsp:cNvSpPr/>
      </dsp:nvSpPr>
      <dsp:spPr>
        <a:xfrm>
          <a:off x="582493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B1 — Observability Framework:</a:t>
          </a:r>
        </a:p>
      </dsp:txBody>
      <dsp:txXfrm>
        <a:off x="582493" y="1744"/>
        <a:ext cx="2173924" cy="1304354"/>
      </dsp:txXfrm>
    </dsp:sp>
    <dsp:sp modelId="{8A9DB6B1-28D7-4B2B-BFDB-D78574D37D0C}">
      <dsp:nvSpPr>
        <dsp:cNvPr id="0" name=""/>
        <dsp:cNvSpPr/>
      </dsp:nvSpPr>
      <dsp:spPr>
        <a:xfrm>
          <a:off x="2973810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JSON run reports: rows_read/written/quarantined per stage</a:t>
          </a:r>
        </a:p>
      </dsp:txBody>
      <dsp:txXfrm>
        <a:off x="2973810" y="1744"/>
        <a:ext cx="2173924" cy="1304354"/>
      </dsp:txXfrm>
    </dsp:sp>
    <dsp:sp modelId="{A78EC4BC-B598-4A1E-BF74-90F600C41F90}">
      <dsp:nvSpPr>
        <dsp:cNvPr id="0" name=""/>
        <dsp:cNvSpPr/>
      </dsp:nvSpPr>
      <dsp:spPr>
        <a:xfrm>
          <a:off x="5365127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Status: SUCCESS / PARTIAL / FAILED</a:t>
          </a:r>
        </a:p>
      </dsp:txBody>
      <dsp:txXfrm>
        <a:off x="5365127" y="1744"/>
        <a:ext cx="2173924" cy="1304354"/>
      </dsp:txXfrm>
    </dsp:sp>
    <dsp:sp modelId="{30A514F1-7E4A-45D1-8C9D-6A5FC86A5C81}">
      <dsp:nvSpPr>
        <dsp:cNvPr id="0" name=""/>
        <dsp:cNvSpPr/>
      </dsp:nvSpPr>
      <dsp:spPr>
        <a:xfrm>
          <a:off x="7756443" y="1744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B2 — Backfill Mode:</a:t>
          </a:r>
        </a:p>
      </dsp:txBody>
      <dsp:txXfrm>
        <a:off x="7756443" y="1744"/>
        <a:ext cx="2173924" cy="1304354"/>
      </dsp:txXfrm>
    </dsp:sp>
    <dsp:sp modelId="{7B9B18A3-CA82-459A-9221-FBCC26F42771}">
      <dsp:nvSpPr>
        <dsp:cNvPr id="0" name=""/>
        <dsp:cNvSpPr/>
      </dsp:nvSpPr>
      <dsp:spPr>
        <a:xfrm>
          <a:off x="582493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--mode backfill --from_date 2024-01-15 --to_date 2024-01-16</a:t>
          </a:r>
        </a:p>
      </dsp:txBody>
      <dsp:txXfrm>
        <a:off x="582493" y="1523491"/>
        <a:ext cx="2173924" cy="1304354"/>
      </dsp:txXfrm>
    </dsp:sp>
    <dsp:sp modelId="{3F40EC65-D174-4BED-87AC-38F4F26A33CC}">
      <dsp:nvSpPr>
        <dsp:cNvPr id="0" name=""/>
        <dsp:cNvSpPr/>
      </dsp:nvSpPr>
      <dsp:spPr>
        <a:xfrm>
          <a:off x="2973810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Only affected partitions reprocessed (Bronze + Gold)</a:t>
          </a:r>
        </a:p>
      </dsp:txBody>
      <dsp:txXfrm>
        <a:off x="2973810" y="1523491"/>
        <a:ext cx="2173924" cy="1304354"/>
      </dsp:txXfrm>
    </dsp:sp>
    <dsp:sp modelId="{EEE7FB62-DF48-4CD6-A048-F32D08355E75}">
      <dsp:nvSpPr>
        <dsp:cNvPr id="0" name=""/>
        <dsp:cNvSpPr/>
      </dsp:nvSpPr>
      <dsp:spPr>
        <a:xfrm>
          <a:off x="5365127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B3 — Schema Evolution:</a:t>
          </a:r>
        </a:p>
      </dsp:txBody>
      <dsp:txXfrm>
        <a:off x="5365127" y="1523491"/>
        <a:ext cx="2173924" cy="1304354"/>
      </dsp:txXfrm>
    </dsp:sp>
    <dsp:sp modelId="{65AE94F5-A11E-48A4-BF29-A16C80D3CA15}">
      <dsp:nvSpPr>
        <dsp:cNvPr id="0" name=""/>
        <dsp:cNvSpPr/>
      </dsp:nvSpPr>
      <dsp:spPr>
        <a:xfrm>
          <a:off x="7756443" y="1523491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New nullable column in later file → accepted without crash</a:t>
          </a:r>
        </a:p>
      </dsp:txBody>
      <dsp:txXfrm>
        <a:off x="7756443" y="1523491"/>
        <a:ext cx="2173924" cy="1304354"/>
      </dsp:txXfrm>
    </dsp:sp>
    <dsp:sp modelId="{76493B69-1758-451C-8B65-4918B4E25CC7}">
      <dsp:nvSpPr>
        <dsp:cNvPr id="0" name=""/>
        <dsp:cNvSpPr/>
      </dsp:nvSpPr>
      <dsp:spPr>
        <a:xfrm>
          <a:off x="1778152" y="3045238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B4 — Configuration-Driven:</a:t>
          </a:r>
        </a:p>
      </dsp:txBody>
      <dsp:txXfrm>
        <a:off x="1778152" y="3045238"/>
        <a:ext cx="2173924" cy="1304354"/>
      </dsp:txXfrm>
    </dsp:sp>
    <dsp:sp modelId="{EE2E7C32-5E42-4C17-A0E5-DF4200623AEF}">
      <dsp:nvSpPr>
        <dsp:cNvPr id="0" name=""/>
        <dsp:cNvSpPr/>
      </dsp:nvSpPr>
      <dsp:spPr>
        <a:xfrm>
          <a:off x="4169468" y="3045238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config.yaml: all paths, schemas, window_days, statuses</a:t>
          </a:r>
        </a:p>
      </dsp:txBody>
      <dsp:txXfrm>
        <a:off x="4169468" y="3045238"/>
        <a:ext cx="2173924" cy="1304354"/>
      </dsp:txXfrm>
    </dsp:sp>
    <dsp:sp modelId="{7F3D43F8-20BC-470C-AACF-D1766E943A35}">
      <dsp:nvSpPr>
        <dsp:cNvPr id="0" name=""/>
        <dsp:cNvSpPr/>
      </dsp:nvSpPr>
      <dsp:spPr>
        <a:xfrm>
          <a:off x="6560785" y="3045238"/>
          <a:ext cx="2173924" cy="13043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Zero hardcoded values in source code</a:t>
          </a:r>
        </a:p>
      </dsp:txBody>
      <dsp:txXfrm>
        <a:off x="6560785" y="3045238"/>
        <a:ext cx="2173924" cy="13043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FFCC79-80E4-4E58-BD2F-D498B989778F}">
      <dsp:nvSpPr>
        <dsp:cNvPr id="0" name=""/>
        <dsp:cNvSpPr/>
      </dsp:nvSpPr>
      <dsp:spPr>
        <a:xfrm>
          <a:off x="3079" y="587446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test_bronze_idempotency.py  — double-run = same row count</a:t>
          </a:r>
        </a:p>
      </dsp:txBody>
      <dsp:txXfrm>
        <a:off x="3079" y="587446"/>
        <a:ext cx="2443419" cy="1466051"/>
      </dsp:txXfrm>
    </dsp:sp>
    <dsp:sp modelId="{0F7A18B7-BE9C-41DA-8A1F-8665D7EB5170}">
      <dsp:nvSpPr>
        <dsp:cNvPr id="0" name=""/>
        <dsp:cNvSpPr/>
      </dsp:nvSpPr>
      <dsp:spPr>
        <a:xfrm>
          <a:off x="2690840" y="587446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test_bronze_schema.py       — bad file skipped, no crash</a:t>
          </a:r>
        </a:p>
      </dsp:txBody>
      <dsp:txXfrm>
        <a:off x="2690840" y="587446"/>
        <a:ext cx="2443419" cy="1466051"/>
      </dsp:txXfrm>
    </dsp:sp>
    <dsp:sp modelId="{AFF46BCD-34D3-4A82-8CD5-9CA43574F320}">
      <dsp:nvSpPr>
        <dsp:cNvPr id="0" name=""/>
        <dsp:cNvSpPr/>
      </dsp:nvSpPr>
      <dsp:spPr>
        <a:xfrm>
          <a:off x="5378601" y="587446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test_bronze_metadata.py     — ingest_ts, run_id, hash present</a:t>
          </a:r>
        </a:p>
      </dsp:txBody>
      <dsp:txXfrm>
        <a:off x="5378601" y="587446"/>
        <a:ext cx="2443419" cy="1466051"/>
      </dsp:txXfrm>
    </dsp:sp>
    <dsp:sp modelId="{BDB5465B-6879-4C57-912A-2B98D9D13429}">
      <dsp:nvSpPr>
        <dsp:cNvPr id="0" name=""/>
        <dsp:cNvSpPr/>
      </dsp:nvSpPr>
      <dsp:spPr>
        <a:xfrm>
          <a:off x="8066362" y="587446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test_gold_approval_rate.py  — 0.0 for all-DECLINED, None for div/zero</a:t>
          </a:r>
        </a:p>
      </dsp:txBody>
      <dsp:txXfrm>
        <a:off x="8066362" y="587446"/>
        <a:ext cx="2443419" cy="1466051"/>
      </dsp:txXfrm>
    </dsp:sp>
    <dsp:sp modelId="{43314619-FF1C-492E-BEF6-EB382288C346}">
      <dsp:nvSpPr>
        <dsp:cNvPr id="0" name=""/>
        <dsp:cNvSpPr/>
      </dsp:nvSpPr>
      <dsp:spPr>
        <a:xfrm>
          <a:off x="1346960" y="2297839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test_gold_grain.py          — correct row count at grain</a:t>
          </a:r>
        </a:p>
      </dsp:txBody>
      <dsp:txXfrm>
        <a:off x="1346960" y="2297839"/>
        <a:ext cx="2443419" cy="1466051"/>
      </dsp:txXfrm>
    </dsp:sp>
    <dsp:sp modelId="{99461C26-E7C1-482A-B7A8-D0540D50BB3C}">
      <dsp:nvSpPr>
        <dsp:cNvPr id="0" name=""/>
        <dsp:cNvSpPr/>
      </dsp:nvSpPr>
      <dsp:spPr>
        <a:xfrm>
          <a:off x="4034721" y="2297839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test_manifest_writer.py     — manifest JSON structure valid</a:t>
          </a:r>
        </a:p>
      </dsp:txBody>
      <dsp:txXfrm>
        <a:off x="4034721" y="2297839"/>
        <a:ext cx="2443419" cy="1466051"/>
      </dsp:txXfrm>
    </dsp:sp>
    <dsp:sp modelId="{0D0BAE15-8728-4D71-8340-E7F286A1BEE2}">
      <dsp:nvSpPr>
        <dsp:cNvPr id="0" name=""/>
        <dsp:cNvSpPr/>
      </dsp:nvSpPr>
      <dsp:spPr>
        <a:xfrm>
          <a:off x="6722482" y="2297839"/>
          <a:ext cx="2443419" cy="146605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Run: pytest tests/ -v --cov=src --cov-report=term-missing</a:t>
          </a:r>
        </a:p>
      </dsp:txBody>
      <dsp:txXfrm>
        <a:off x="6722482" y="2297839"/>
        <a:ext cx="2443419" cy="1466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6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3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7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6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12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3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9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0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06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12188823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7132" y="-3930254"/>
            <a:ext cx="4374557" cy="12188825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5049" y="-3702340"/>
            <a:ext cx="4374128" cy="11733423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" y="-22690"/>
            <a:ext cx="8540259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3882" y="-1032053"/>
            <a:ext cx="4988848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481" y="735106"/>
            <a:ext cx="10051145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Payment Hub Datalake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330" y="4870824"/>
            <a:ext cx="10003345" cy="1458258"/>
          </a:xfrm>
        </p:spPr>
        <p:txBody>
          <a:bodyPr anchor="ctr">
            <a:normAutofit/>
          </a:bodyPr>
          <a:lstStyle/>
          <a:p>
            <a:pPr algn="l"/>
            <a:r>
              <a:t>Senior Data Engineer — Coding Assignment</a:t>
            </a:r>
            <a:endParaRPr lang="en-US"/>
          </a:p>
          <a:p>
            <a:pPr algn="l"/>
            <a:r>
              <a:t>Engine: DuckDB + Python | Architecture: Bronze → Gold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12188822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8113191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3185" y="-1"/>
            <a:ext cx="4075637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230" y="-1"/>
            <a:ext cx="11729591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41" y="294538"/>
            <a:ext cx="9893374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241" y="2318197"/>
            <a:ext cx="9721499" cy="3683358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000"/>
              <a:t>Build a cloud-native Payment Hub Datalake prototype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Ingest raw payment CSV files → analytics-ready Gold tables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Must be idempotent, modular, and production-extensible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3 payment files (47 rows, including resubmit for dedup testing)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1 merchant reference file (8 merchants)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Key challenge: handle duplicates, schema changes, PII, division-by-zero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1400" dirty="0"/>
              <a:t>SOURCE → BRONZE → GOLD (Silver intentionally skipped for prototype)</a:t>
            </a:r>
          </a:p>
          <a:p>
            <a:pPr>
              <a:spcAft>
                <a:spcPts val="800"/>
              </a:spcAft>
              <a:defRPr sz="1800"/>
            </a:pPr>
            <a:endParaRPr lang="en-US" sz="1400" dirty="0"/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Bronze Layer: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Schema validation → skip bad files gracefully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Metadata enrichment (SHA-256 hash, </a:t>
            </a:r>
            <a:r>
              <a:rPr lang="en-US" sz="1400" dirty="0" err="1"/>
              <a:t>ingest_ts</a:t>
            </a:r>
            <a:r>
              <a:rPr lang="en-US" sz="1400" dirty="0"/>
              <a:t>, </a:t>
            </a:r>
            <a:r>
              <a:rPr lang="en-US" sz="1400" dirty="0" err="1"/>
              <a:t>run_id</a:t>
            </a:r>
            <a:r>
              <a:rPr lang="en-US" sz="1400"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Deduplication (O(1) set membership on </a:t>
            </a:r>
            <a:r>
              <a:rPr lang="en-US" sz="1400" dirty="0" err="1"/>
              <a:t>record_hash</a:t>
            </a:r>
            <a:r>
              <a:rPr lang="en-US" sz="1400"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Partitioned Parquet by </a:t>
            </a:r>
            <a:r>
              <a:rPr lang="en-US" sz="1400" dirty="0" err="1"/>
              <a:t>event_date</a:t>
            </a:r>
            <a:endParaRPr lang="en-US" sz="1400" dirty="0"/>
          </a:p>
          <a:p>
            <a:pPr>
              <a:spcAft>
                <a:spcPts val="800"/>
              </a:spcAft>
              <a:defRPr sz="1800"/>
            </a:pPr>
            <a:endParaRPr lang="en-US" sz="1400" dirty="0"/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Gold Layer: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</a:t>
            </a:r>
            <a:r>
              <a:rPr lang="en-US" sz="1400" dirty="0" err="1"/>
              <a:t>DuckDB</a:t>
            </a:r>
            <a:r>
              <a:rPr lang="en-US" sz="1400" dirty="0"/>
              <a:t> SQL aggregations (CTEs, window functions)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</a:t>
            </a:r>
            <a:r>
              <a:rPr lang="en-US" sz="1400" dirty="0" err="1"/>
              <a:t>daily_payment_summary</a:t>
            </a:r>
            <a:r>
              <a:rPr lang="en-US" sz="1400" dirty="0"/>
              <a:t> + merchant_performance_7d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Output schema assertion BEFORE writing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 dirty="0"/>
              <a:t>  • Partition overwrite for idempotency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DuckDB over PySpark?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2000"/>
              <a:t>✓ No Java/JVM — zero setup friction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✓ SQL-native: readable CTEs and window functions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✓ Vectorised execution on pandas DataFrames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✓ Perfect for 47-row prototype; proves logic clearly</a:t>
            </a:r>
          </a:p>
          <a:p>
            <a:pPr>
              <a:spcAft>
                <a:spcPts val="800"/>
              </a:spcAft>
              <a:defRPr sz="1800"/>
            </a:pPr>
            <a:endParaRPr lang="en-US" sz="2000"/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Production pivot (AWS):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  • DuckDB → AWS Glue + PySpark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  • Parquet → Apache Iceberg (MERGE INTO, time travel)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  • CLI → Step Functions orchestration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2000"/>
              <a:t>  • config.yaml → Secrets Manager + Parameter 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Idempotency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1700"/>
              <a:t>Bronze: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  • record_hash = SHA-256(all payload columns, sorted)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  • Set membership check: O(1) per row against existing hashes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  • Re-run same file → 0 new rows written (proven in tests)</a:t>
            </a:r>
          </a:p>
          <a:p>
            <a:pPr>
              <a:spcAft>
                <a:spcPts val="800"/>
              </a:spcAft>
              <a:defRPr sz="1800"/>
            </a:pPr>
            <a:endParaRPr lang="en-US" sz="1700"/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Gold: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  • Delete partition directory → rewrite from scratch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  • Same input always produces identical output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  • Works for both normal runs and backfill</a:t>
            </a:r>
          </a:p>
          <a:p>
            <a:pPr>
              <a:spcAft>
                <a:spcPts val="800"/>
              </a:spcAft>
              <a:defRPr sz="1800"/>
            </a:pPr>
            <a:endParaRPr lang="en-US" sz="1700"/>
          </a:p>
          <a:p>
            <a:pPr>
              <a:spcAft>
                <a:spcPts val="800"/>
              </a:spcAft>
              <a:defRPr sz="1800"/>
            </a:pPr>
            <a:r>
              <a:rPr lang="en-US" sz="1700"/>
              <a:t>Manifest: JSON audit log per run (append-only, never overwritten)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Modular Design (12 focused modules)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1C5EBFA-78C8-9A2D-6173-5B41937563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7982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180" y="586855"/>
            <a:ext cx="4228999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Security &amp; PII Controls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"/>
          </p:nvPr>
        </p:nvSpPr>
        <p:spPr>
          <a:xfrm>
            <a:off x="6501464" y="649480"/>
            <a:ext cx="4861181" cy="5546047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sz="1400"/>
              <a:t>PII Containment: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customer_email, customer_phone, customer_id NEVER in Gold SQL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PII stays in Bronze only — Gold is analytics-safe</a:t>
            </a:r>
          </a:p>
          <a:p>
            <a:pPr>
              <a:spcAft>
                <a:spcPts val="800"/>
              </a:spcAft>
              <a:defRPr sz="1800"/>
            </a:pPr>
            <a:endParaRPr sz="1400"/>
          </a:p>
          <a:p>
            <a:pPr>
              <a:spcAft>
                <a:spcPts val="800"/>
              </a:spcAft>
              <a:defRPr sz="1800"/>
            </a:pPr>
            <a:r>
              <a:rPr sz="1400"/>
              <a:t>Data Integrity: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SHA-256 payload hash detects upstream mutations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Input schema enforcement: bad files rejected before processing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Output schema assertion: Gold validates itself before writing</a:t>
            </a:r>
          </a:p>
          <a:p>
            <a:pPr>
              <a:spcAft>
                <a:spcPts val="800"/>
              </a:spcAft>
              <a:defRPr sz="1800"/>
            </a:pPr>
            <a:endParaRPr sz="1400"/>
          </a:p>
          <a:p>
            <a:pPr>
              <a:spcAft>
                <a:spcPts val="800"/>
              </a:spcAft>
              <a:defRPr sz="1800"/>
            </a:pPr>
            <a:r>
              <a:rPr sz="1400"/>
              <a:t>Production (AWS):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Lake Formation column masking, KMS encryption</a:t>
            </a:r>
          </a:p>
          <a:p>
            <a:pPr>
              <a:spcAft>
                <a:spcPts val="800"/>
              </a:spcAft>
              <a:defRPr sz="1800"/>
            </a:pPr>
            <a:r>
              <a:rPr sz="1400"/>
              <a:t>  • VPC isolation, IAM least-privilege per job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180" y="586855"/>
            <a:ext cx="4228999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Gold Layer — Analytics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1464" y="649480"/>
            <a:ext cx="4861181" cy="5546047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1400"/>
              <a:t>Table 1: daily_payment_summary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Grain: (event_date, merchant_id, currency, status)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Metrics: count, sum, avg, max, approval_rate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approval_rate = APPROVED / (APPROVED + DECLINED) — CARD only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Null-safe: returns None when denominator = 0</a:t>
            </a:r>
          </a:p>
          <a:p>
            <a:pPr>
              <a:spcAft>
                <a:spcPts val="800"/>
              </a:spcAft>
              <a:defRPr sz="1800"/>
            </a:pPr>
            <a:endParaRPr lang="en-US" sz="1400"/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Table 2: merchant_performance_7d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Grain: (snapshot_date, merchant_id)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Rolling N-day window (parameterised — change config for 30d)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Metrics: transactions, approved_amount, approval_rate, reversal_rate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  Reusable: same function serves 7d, 14d, 30d — no copy-paste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Features Implemented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77BC07-2001-E986-E757-A566F313C7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7982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1D078E-AA8B-8073-B098-8BD5508A7E1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4980"/>
          <a:stretch>
            <a:fillRect/>
          </a:stretch>
        </p:blipFill>
        <p:spPr>
          <a:xfrm>
            <a:off x="20" y="10"/>
            <a:ext cx="12188805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t>Test Suite — 6 pytest Files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386016-F381-8221-B1C0-2A081AF4AB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991352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Key Trade-off: Simplicity over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1600"/>
              <a:t>CHOSE: Batch overwrite per layer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Each layer re-runs independently with identical output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Easy to debug: read input → check output → no hidden state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Tests are simple assertions (no mocking infrastructure)</a:t>
            </a:r>
          </a:p>
          <a:p>
            <a:pPr>
              <a:spcAft>
                <a:spcPts val="800"/>
              </a:spcAft>
              <a:defRPr sz="1800"/>
            </a:pPr>
            <a:endParaRPr lang="en-US" sz="1600"/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SACRIFICED: Incremental efficiency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Overwrite is O(partition) per run; MERGE would be O(new_data)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For 47 rows: negligible. At TB scale: switch to Iceberg MERGE</a:t>
            </a:r>
          </a:p>
          <a:p>
            <a:pPr>
              <a:spcAft>
                <a:spcPts val="800"/>
              </a:spcAft>
              <a:defRPr sz="1800"/>
            </a:pPr>
            <a:endParaRPr lang="en-US" sz="1600"/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WHY ACCEPTABLE: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Switching requires ~3 lines changed (write mode + merge condition)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600"/>
              <a:t>  • All transformation logic and tests remain unchanged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12188822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8113191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3185" y="-1"/>
            <a:ext cx="4075637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230" y="-1"/>
            <a:ext cx="11729591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41" y="294538"/>
            <a:ext cx="9893374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 — What This Demonstrates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241" y="2318197"/>
            <a:ext cx="9721499" cy="3683358"/>
          </a:xfrm>
        </p:spPr>
        <p:txBody>
          <a:bodyPr anchor="ctr">
            <a:normAutofit/>
          </a:bodyPr>
          <a:lstStyle/>
          <a:p>
            <a:pPr>
              <a:spcAft>
                <a:spcPts val="800"/>
              </a:spcAft>
              <a:defRPr sz="1800"/>
            </a:pPr>
            <a:r>
              <a:rPr lang="en-US" sz="1400"/>
              <a:t>✓ Well-structured, modular solution (12 focused modules)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✓ Idempotent at every layer (hash dedup + partition overwrite)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✓ Production-ready thinking (security, observability, backfill)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✓ Config-driven — change behavior without touching code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✓ Comprehensive tests — 6 files covering all edge cases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✓ Clear design document with architecture diagrams</a:t>
            </a:r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✓ Deliberate trade-offs documented and justified</a:t>
            </a:r>
          </a:p>
          <a:p>
            <a:pPr>
              <a:spcAft>
                <a:spcPts val="800"/>
              </a:spcAft>
              <a:defRPr sz="1800"/>
            </a:pPr>
            <a:endParaRPr lang="en-US" sz="1400"/>
          </a:p>
          <a:p>
            <a:pPr>
              <a:spcAft>
                <a:spcPts val="800"/>
              </a:spcAft>
              <a:defRPr sz="1800"/>
            </a:pPr>
            <a:r>
              <a:rPr lang="en-US" sz="1400"/>
              <a:t>GitHub: github.com/rashmijamadade/payment-datalake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1103</Words>
  <Application>Microsoft Office PowerPoint</Application>
  <PresentationFormat>Custom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2013 - 2022 Theme</vt:lpstr>
      <vt:lpstr>Payment Hub Datalake Pipeline</vt:lpstr>
      <vt:lpstr>Problem Statement</vt:lpstr>
      <vt:lpstr>Architecture Overview</vt:lpstr>
      <vt:lpstr>Why DuckDB over PySpark?</vt:lpstr>
      <vt:lpstr>Idempotency Strategy</vt:lpstr>
      <vt:lpstr>Modular Design (12 focused modules)</vt:lpstr>
      <vt:lpstr>Security &amp; PII Controls</vt:lpstr>
      <vt:lpstr>Gold Layer — Analytics Tables</vt:lpstr>
      <vt:lpstr>Bonus Features Implemented</vt:lpstr>
      <vt:lpstr>Test Suite — 6 pytest Files</vt:lpstr>
      <vt:lpstr>Key Trade-off: Simplicity over Streaming</vt:lpstr>
      <vt:lpstr>Summary — What This Demonstrates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Jamadade, Rashmi</cp:lastModifiedBy>
  <cp:revision>2</cp:revision>
  <dcterms:created xsi:type="dcterms:W3CDTF">2013-01-27T09:14:16Z</dcterms:created>
  <dcterms:modified xsi:type="dcterms:W3CDTF">2026-06-18T08:00:28Z</dcterms:modified>
  <cp:category/>
</cp:coreProperties>
</file>